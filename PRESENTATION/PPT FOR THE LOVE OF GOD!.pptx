
<file path=[Content_Types].xml><?xml version="1.0" encoding="utf-8"?>
<Types xmlns="http://schemas.openxmlformats.org/package/2006/content-types">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charts/chart1.xml" ContentType="application/vnd.openxmlformats-officedocument.drawingml.chart+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0"/>
  </p:notesMasterIdLst>
  <p:sldIdLst>
    <p:sldId id="256" r:id="rId2"/>
    <p:sldId id="257" r:id="rId3"/>
    <p:sldId id="258" r:id="rId4"/>
    <p:sldId id="259" r:id="rId5"/>
    <p:sldId id="260" r:id="rId6"/>
    <p:sldId id="275" r:id="rId7"/>
    <p:sldId id="261" r:id="rId8"/>
    <p:sldId id="274" r:id="rId9"/>
    <p:sldId id="263" r:id="rId10"/>
    <p:sldId id="273" r:id="rId11"/>
    <p:sldId id="264" r:id="rId12"/>
    <p:sldId id="265" r:id="rId13"/>
    <p:sldId id="271" r:id="rId14"/>
    <p:sldId id="272" r:id="rId15"/>
    <p:sldId id="266" r:id="rId16"/>
    <p:sldId id="267" r:id="rId17"/>
    <p:sldId id="268" r:id="rId18"/>
    <p:sldId id="269" r:id="rId19"/>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E94947EB-C864-4432-9E44-40FD09F1867D}" v="13" dt="2026-07-23T14:09:29.593"/>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82" d="100"/>
          <a:sy n="82" d="100"/>
        </p:scale>
        <p:origin x="691" y="7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microsoft.com/office/2015/10/relationships/revisionInfo" Target="revisionInfo.xml"/><Relationship Id="rId3" Type="http://schemas.openxmlformats.org/officeDocument/2006/relationships/slide" Target="slides/slide2.xml"/><Relationship Id="rId21"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microsoft.com/office/2016/11/relationships/changesInfo" Target="changesInfos/changesInfo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viewProps" Target="view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Anjali Pandey" userId="8af83530bfb0d4d8" providerId="LiveId" clId="{0772A383-20A0-49B0-A1DE-16FAAD555BCB}"/>
    <pc:docChg chg="undo custSel addSld delSld modSld sldOrd">
      <pc:chgData name="Anjali Pandey" userId="8af83530bfb0d4d8" providerId="LiveId" clId="{0772A383-20A0-49B0-A1DE-16FAAD555BCB}" dt="2026-07-23T14:10:59.471" v="1113" actId="1076"/>
      <pc:docMkLst>
        <pc:docMk/>
      </pc:docMkLst>
      <pc:sldChg chg="modSp mod">
        <pc:chgData name="Anjali Pandey" userId="8af83530bfb0d4d8" providerId="LiveId" clId="{0772A383-20A0-49B0-A1DE-16FAAD555BCB}" dt="2026-07-23T09:11:40.598" v="442" actId="20577"/>
        <pc:sldMkLst>
          <pc:docMk/>
          <pc:sldMk cId="0" sldId="256"/>
        </pc:sldMkLst>
        <pc:spChg chg="mod">
          <ac:chgData name="Anjali Pandey" userId="8af83530bfb0d4d8" providerId="LiveId" clId="{0772A383-20A0-49B0-A1DE-16FAAD555BCB}" dt="2026-07-23T09:10:32.244" v="372" actId="20577"/>
          <ac:spMkLst>
            <pc:docMk/>
            <pc:sldMk cId="0" sldId="256"/>
            <ac:spMk id="14" creationId="{00000000-0000-0000-0000-000000000000}"/>
          </ac:spMkLst>
        </pc:spChg>
        <pc:spChg chg="mod">
          <ac:chgData name="Anjali Pandey" userId="8af83530bfb0d4d8" providerId="LiveId" clId="{0772A383-20A0-49B0-A1DE-16FAAD555BCB}" dt="2026-07-23T09:11:40.598" v="442" actId="20577"/>
          <ac:spMkLst>
            <pc:docMk/>
            <pc:sldMk cId="0" sldId="256"/>
            <ac:spMk id="16" creationId="{00000000-0000-0000-0000-000000000000}"/>
          </ac:spMkLst>
        </pc:spChg>
        <pc:spChg chg="mod">
          <ac:chgData name="Anjali Pandey" userId="8af83530bfb0d4d8" providerId="LiveId" clId="{0772A383-20A0-49B0-A1DE-16FAAD555BCB}" dt="2026-07-23T09:11:17.986" v="411" actId="20577"/>
          <ac:spMkLst>
            <pc:docMk/>
            <pc:sldMk cId="0" sldId="256"/>
            <ac:spMk id="18" creationId="{00000000-0000-0000-0000-000000000000}"/>
          </ac:spMkLst>
        </pc:spChg>
      </pc:sldChg>
      <pc:sldChg chg="modSp mod">
        <pc:chgData name="Anjali Pandey" userId="8af83530bfb0d4d8" providerId="LiveId" clId="{0772A383-20A0-49B0-A1DE-16FAAD555BCB}" dt="2026-07-23T13:46:29.250" v="992" actId="20577"/>
        <pc:sldMkLst>
          <pc:docMk/>
          <pc:sldMk cId="0" sldId="259"/>
        </pc:sldMkLst>
        <pc:spChg chg="mod">
          <ac:chgData name="Anjali Pandey" userId="8af83530bfb0d4d8" providerId="LiveId" clId="{0772A383-20A0-49B0-A1DE-16FAAD555BCB}" dt="2026-07-23T13:46:29.250" v="992" actId="20577"/>
          <ac:spMkLst>
            <pc:docMk/>
            <pc:sldMk cId="0" sldId="259"/>
            <ac:spMk id="15" creationId="{00000000-0000-0000-0000-000000000000}"/>
          </ac:spMkLst>
        </pc:spChg>
      </pc:sldChg>
      <pc:sldChg chg="addSp delSp modSp mod">
        <pc:chgData name="Anjali Pandey" userId="8af83530bfb0d4d8" providerId="LiveId" clId="{0772A383-20A0-49B0-A1DE-16FAAD555BCB}" dt="2026-07-23T13:41:50.981" v="945" actId="20577"/>
        <pc:sldMkLst>
          <pc:docMk/>
          <pc:sldMk cId="0" sldId="260"/>
        </pc:sldMkLst>
        <pc:spChg chg="mod">
          <ac:chgData name="Anjali Pandey" userId="8af83530bfb0d4d8" providerId="LiveId" clId="{0772A383-20A0-49B0-A1DE-16FAAD555BCB}" dt="2026-07-23T10:02:38.331" v="662" actId="14100"/>
          <ac:spMkLst>
            <pc:docMk/>
            <pc:sldMk cId="0" sldId="260"/>
            <ac:spMk id="5" creationId="{00000000-0000-0000-0000-000000000000}"/>
          </ac:spMkLst>
        </pc:spChg>
        <pc:spChg chg="mod">
          <ac:chgData name="Anjali Pandey" userId="8af83530bfb0d4d8" providerId="LiveId" clId="{0772A383-20A0-49B0-A1DE-16FAAD555BCB}" dt="2026-07-23T10:02:42.471" v="663" actId="1076"/>
          <ac:spMkLst>
            <pc:docMk/>
            <pc:sldMk cId="0" sldId="260"/>
            <ac:spMk id="6" creationId="{00000000-0000-0000-0000-000000000000}"/>
          </ac:spMkLst>
        </pc:spChg>
        <pc:spChg chg="mod">
          <ac:chgData name="Anjali Pandey" userId="8af83530bfb0d4d8" providerId="LiveId" clId="{0772A383-20A0-49B0-A1DE-16FAAD555BCB}" dt="2026-07-23T10:18:09.847" v="697" actId="1076"/>
          <ac:spMkLst>
            <pc:docMk/>
            <pc:sldMk cId="0" sldId="260"/>
            <ac:spMk id="7" creationId="{00000000-0000-0000-0000-000000000000}"/>
          </ac:spMkLst>
        </pc:spChg>
        <pc:spChg chg="mod">
          <ac:chgData name="Anjali Pandey" userId="8af83530bfb0d4d8" providerId="LiveId" clId="{0772A383-20A0-49B0-A1DE-16FAAD555BCB}" dt="2026-07-23T10:19:50.709" v="711" actId="14100"/>
          <ac:spMkLst>
            <pc:docMk/>
            <pc:sldMk cId="0" sldId="260"/>
            <ac:spMk id="8" creationId="{00000000-0000-0000-0000-000000000000}"/>
          </ac:spMkLst>
        </pc:spChg>
        <pc:spChg chg="mod">
          <ac:chgData name="Anjali Pandey" userId="8af83530bfb0d4d8" providerId="LiveId" clId="{0772A383-20A0-49B0-A1DE-16FAAD555BCB}" dt="2026-07-23T10:17:17.324" v="693" actId="1076"/>
          <ac:spMkLst>
            <pc:docMk/>
            <pc:sldMk cId="0" sldId="260"/>
            <ac:spMk id="9" creationId="{00000000-0000-0000-0000-000000000000}"/>
          </ac:spMkLst>
        </pc:spChg>
        <pc:spChg chg="mod">
          <ac:chgData name="Anjali Pandey" userId="8af83530bfb0d4d8" providerId="LiveId" clId="{0772A383-20A0-49B0-A1DE-16FAAD555BCB}" dt="2026-07-23T10:17:23.921" v="694" actId="1076"/>
          <ac:spMkLst>
            <pc:docMk/>
            <pc:sldMk cId="0" sldId="260"/>
            <ac:spMk id="10" creationId="{00000000-0000-0000-0000-000000000000}"/>
          </ac:spMkLst>
        </pc:spChg>
        <pc:spChg chg="mod">
          <ac:chgData name="Anjali Pandey" userId="8af83530bfb0d4d8" providerId="LiveId" clId="{0772A383-20A0-49B0-A1DE-16FAAD555BCB}" dt="2026-07-23T10:18:21.532" v="698" actId="1076"/>
          <ac:spMkLst>
            <pc:docMk/>
            <pc:sldMk cId="0" sldId="260"/>
            <ac:spMk id="11" creationId="{00000000-0000-0000-0000-000000000000}"/>
          </ac:spMkLst>
        </pc:spChg>
        <pc:spChg chg="mod">
          <ac:chgData name="Anjali Pandey" userId="8af83530bfb0d4d8" providerId="LiveId" clId="{0772A383-20A0-49B0-A1DE-16FAAD555BCB}" dt="2026-07-23T13:30:59.109" v="775" actId="1076"/>
          <ac:spMkLst>
            <pc:docMk/>
            <pc:sldMk cId="0" sldId="260"/>
            <ac:spMk id="12" creationId="{00000000-0000-0000-0000-000000000000}"/>
          </ac:spMkLst>
        </pc:spChg>
        <pc:spChg chg="mod">
          <ac:chgData name="Anjali Pandey" userId="8af83530bfb0d4d8" providerId="LiveId" clId="{0772A383-20A0-49B0-A1DE-16FAAD555BCB}" dt="2026-07-23T13:24:04.082" v="735" actId="20577"/>
          <ac:spMkLst>
            <pc:docMk/>
            <pc:sldMk cId="0" sldId="260"/>
            <ac:spMk id="13" creationId="{00000000-0000-0000-0000-000000000000}"/>
          </ac:spMkLst>
        </pc:spChg>
        <pc:spChg chg="mod ord">
          <ac:chgData name="Anjali Pandey" userId="8af83530bfb0d4d8" providerId="LiveId" clId="{0772A383-20A0-49B0-A1DE-16FAAD555BCB}" dt="2026-07-23T13:30:22.397" v="771" actId="166"/>
          <ac:spMkLst>
            <pc:docMk/>
            <pc:sldMk cId="0" sldId="260"/>
            <ac:spMk id="14" creationId="{00000000-0000-0000-0000-000000000000}"/>
          </ac:spMkLst>
        </pc:spChg>
        <pc:spChg chg="mod">
          <ac:chgData name="Anjali Pandey" userId="8af83530bfb0d4d8" providerId="LiveId" clId="{0772A383-20A0-49B0-A1DE-16FAAD555BCB}" dt="2026-07-23T13:19:14.487" v="714" actId="255"/>
          <ac:spMkLst>
            <pc:docMk/>
            <pc:sldMk cId="0" sldId="260"/>
            <ac:spMk id="15" creationId="{00000000-0000-0000-0000-000000000000}"/>
          </ac:spMkLst>
        </pc:spChg>
        <pc:spChg chg="mod">
          <ac:chgData name="Anjali Pandey" userId="8af83530bfb0d4d8" providerId="LiveId" clId="{0772A383-20A0-49B0-A1DE-16FAAD555BCB}" dt="2026-07-23T13:25:50.537" v="750" actId="14100"/>
          <ac:spMkLst>
            <pc:docMk/>
            <pc:sldMk cId="0" sldId="260"/>
            <ac:spMk id="16" creationId="{00000000-0000-0000-0000-000000000000}"/>
          </ac:spMkLst>
        </pc:spChg>
        <pc:spChg chg="mod">
          <ac:chgData name="Anjali Pandey" userId="8af83530bfb0d4d8" providerId="LiveId" clId="{0772A383-20A0-49B0-A1DE-16FAAD555BCB}" dt="2026-07-23T13:27:10.471" v="762" actId="1076"/>
          <ac:spMkLst>
            <pc:docMk/>
            <pc:sldMk cId="0" sldId="260"/>
            <ac:spMk id="17" creationId="{00000000-0000-0000-0000-000000000000}"/>
          </ac:spMkLst>
        </pc:spChg>
        <pc:spChg chg="mod">
          <ac:chgData name="Anjali Pandey" userId="8af83530bfb0d4d8" providerId="LiveId" clId="{0772A383-20A0-49B0-A1DE-16FAAD555BCB}" dt="2026-07-23T13:27:06.415" v="761" actId="14100"/>
          <ac:spMkLst>
            <pc:docMk/>
            <pc:sldMk cId="0" sldId="260"/>
            <ac:spMk id="18" creationId="{00000000-0000-0000-0000-000000000000}"/>
          </ac:spMkLst>
        </pc:spChg>
        <pc:spChg chg="mod">
          <ac:chgData name="Anjali Pandey" userId="8af83530bfb0d4d8" providerId="LiveId" clId="{0772A383-20A0-49B0-A1DE-16FAAD555BCB}" dt="2026-07-23T13:27:27.394" v="764" actId="1076"/>
          <ac:spMkLst>
            <pc:docMk/>
            <pc:sldMk cId="0" sldId="260"/>
            <ac:spMk id="19" creationId="{00000000-0000-0000-0000-000000000000}"/>
          </ac:spMkLst>
        </pc:spChg>
        <pc:spChg chg="del mod">
          <ac:chgData name="Anjali Pandey" userId="8af83530bfb0d4d8" providerId="LiveId" clId="{0772A383-20A0-49B0-A1DE-16FAAD555BCB}" dt="2026-07-23T13:35:59.218" v="821" actId="21"/>
          <ac:spMkLst>
            <pc:docMk/>
            <pc:sldMk cId="0" sldId="260"/>
            <ac:spMk id="20" creationId="{00000000-0000-0000-0000-000000000000}"/>
          </ac:spMkLst>
        </pc:spChg>
        <pc:spChg chg="del mod">
          <ac:chgData name="Anjali Pandey" userId="8af83530bfb0d4d8" providerId="LiveId" clId="{0772A383-20A0-49B0-A1DE-16FAAD555BCB}" dt="2026-07-23T13:34:40.682" v="808" actId="21"/>
          <ac:spMkLst>
            <pc:docMk/>
            <pc:sldMk cId="0" sldId="260"/>
            <ac:spMk id="21" creationId="{00000000-0000-0000-0000-000000000000}"/>
          </ac:spMkLst>
        </pc:spChg>
        <pc:spChg chg="mod ord">
          <ac:chgData name="Anjali Pandey" userId="8af83530bfb0d4d8" providerId="LiveId" clId="{0772A383-20A0-49B0-A1DE-16FAAD555BCB}" dt="2026-07-23T13:32:56.987" v="792" actId="255"/>
          <ac:spMkLst>
            <pc:docMk/>
            <pc:sldMk cId="0" sldId="260"/>
            <ac:spMk id="22" creationId="{00000000-0000-0000-0000-000000000000}"/>
          </ac:spMkLst>
        </pc:spChg>
        <pc:spChg chg="mod">
          <ac:chgData name="Anjali Pandey" userId="8af83530bfb0d4d8" providerId="LiveId" clId="{0772A383-20A0-49B0-A1DE-16FAAD555BCB}" dt="2026-07-23T13:32:12.428" v="785" actId="1076"/>
          <ac:spMkLst>
            <pc:docMk/>
            <pc:sldMk cId="0" sldId="260"/>
            <ac:spMk id="23" creationId="{00000000-0000-0000-0000-000000000000}"/>
          </ac:spMkLst>
        </pc:spChg>
        <pc:spChg chg="del mod">
          <ac:chgData name="Anjali Pandey" userId="8af83530bfb0d4d8" providerId="LiveId" clId="{0772A383-20A0-49B0-A1DE-16FAAD555BCB}" dt="2026-07-23T13:34:02.155" v="801" actId="21"/>
          <ac:spMkLst>
            <pc:docMk/>
            <pc:sldMk cId="0" sldId="260"/>
            <ac:spMk id="24" creationId="{00000000-0000-0000-0000-000000000000}"/>
          </ac:spMkLst>
        </pc:spChg>
        <pc:spChg chg="del mod">
          <ac:chgData name="Anjali Pandey" userId="8af83530bfb0d4d8" providerId="LiveId" clId="{0772A383-20A0-49B0-A1DE-16FAAD555BCB}" dt="2026-07-23T13:36:08.880" v="823" actId="21"/>
          <ac:spMkLst>
            <pc:docMk/>
            <pc:sldMk cId="0" sldId="260"/>
            <ac:spMk id="25" creationId="{00000000-0000-0000-0000-000000000000}"/>
          </ac:spMkLst>
        </pc:spChg>
        <pc:spChg chg="mod ord">
          <ac:chgData name="Anjali Pandey" userId="8af83530bfb0d4d8" providerId="LiveId" clId="{0772A383-20A0-49B0-A1DE-16FAAD555BCB}" dt="2026-07-23T13:36:54.400" v="828" actId="255"/>
          <ac:spMkLst>
            <pc:docMk/>
            <pc:sldMk cId="0" sldId="260"/>
            <ac:spMk id="26" creationId="{00000000-0000-0000-0000-000000000000}"/>
          </ac:spMkLst>
        </pc:spChg>
        <pc:spChg chg="mod">
          <ac:chgData name="Anjali Pandey" userId="8af83530bfb0d4d8" providerId="LiveId" clId="{0772A383-20A0-49B0-A1DE-16FAAD555BCB}" dt="2026-07-23T13:35:54.433" v="820" actId="1076"/>
          <ac:spMkLst>
            <pc:docMk/>
            <pc:sldMk cId="0" sldId="260"/>
            <ac:spMk id="27" creationId="{00000000-0000-0000-0000-000000000000}"/>
          </ac:spMkLst>
        </pc:spChg>
        <pc:spChg chg="del mod">
          <ac:chgData name="Anjali Pandey" userId="8af83530bfb0d4d8" providerId="LiveId" clId="{0772A383-20A0-49B0-A1DE-16FAAD555BCB}" dt="2026-07-23T13:36:02.688" v="822" actId="21"/>
          <ac:spMkLst>
            <pc:docMk/>
            <pc:sldMk cId="0" sldId="260"/>
            <ac:spMk id="28" creationId="{00000000-0000-0000-0000-000000000000}"/>
          </ac:spMkLst>
        </pc:spChg>
        <pc:spChg chg="del mod">
          <ac:chgData name="Anjali Pandey" userId="8af83530bfb0d4d8" providerId="LiveId" clId="{0772A383-20A0-49B0-A1DE-16FAAD555BCB}" dt="2026-07-23T13:30:25.869" v="772" actId="21"/>
          <ac:spMkLst>
            <pc:docMk/>
            <pc:sldMk cId="0" sldId="260"/>
            <ac:spMk id="29" creationId="{00000000-0000-0000-0000-000000000000}"/>
          </ac:spMkLst>
        </pc:spChg>
        <pc:spChg chg="mod">
          <ac:chgData name="Anjali Pandey" userId="8af83530bfb0d4d8" providerId="LiveId" clId="{0772A383-20A0-49B0-A1DE-16FAAD555BCB}" dt="2026-07-23T10:14:17.720" v="672" actId="1076"/>
          <ac:spMkLst>
            <pc:docMk/>
            <pc:sldMk cId="0" sldId="260"/>
            <ac:spMk id="30" creationId="{00000000-0000-0000-0000-000000000000}"/>
          </ac:spMkLst>
        </pc:spChg>
        <pc:spChg chg="mod">
          <ac:chgData name="Anjali Pandey" userId="8af83530bfb0d4d8" providerId="LiveId" clId="{0772A383-20A0-49B0-A1DE-16FAAD555BCB}" dt="2026-07-23T13:37:07.450" v="830" actId="1076"/>
          <ac:spMkLst>
            <pc:docMk/>
            <pc:sldMk cId="0" sldId="260"/>
            <ac:spMk id="31" creationId="{00000000-0000-0000-0000-000000000000}"/>
          </ac:spMkLst>
        </pc:spChg>
        <pc:spChg chg="mod">
          <ac:chgData name="Anjali Pandey" userId="8af83530bfb0d4d8" providerId="LiveId" clId="{0772A383-20A0-49B0-A1DE-16FAAD555BCB}" dt="2026-07-23T10:14:34.172" v="675" actId="1076"/>
          <ac:spMkLst>
            <pc:docMk/>
            <pc:sldMk cId="0" sldId="260"/>
            <ac:spMk id="32" creationId="{00000000-0000-0000-0000-000000000000}"/>
          </ac:spMkLst>
        </pc:spChg>
        <pc:spChg chg="mod ord">
          <ac:chgData name="Anjali Pandey" userId="8af83530bfb0d4d8" providerId="LiveId" clId="{0772A383-20A0-49B0-A1DE-16FAAD555BCB}" dt="2026-07-23T13:41:50.981" v="945" actId="20577"/>
          <ac:spMkLst>
            <pc:docMk/>
            <pc:sldMk cId="0" sldId="260"/>
            <ac:spMk id="33" creationId="{00000000-0000-0000-0000-000000000000}"/>
          </ac:spMkLst>
        </pc:spChg>
        <pc:spChg chg="mod">
          <ac:chgData name="Anjali Pandey" userId="8af83530bfb0d4d8" providerId="LiveId" clId="{0772A383-20A0-49B0-A1DE-16FAAD555BCB}" dt="2026-07-23T10:14:30.142" v="674" actId="1076"/>
          <ac:spMkLst>
            <pc:docMk/>
            <pc:sldMk cId="0" sldId="260"/>
            <ac:spMk id="34" creationId="{00000000-0000-0000-0000-000000000000}"/>
          </ac:spMkLst>
        </pc:spChg>
        <pc:spChg chg="mod">
          <ac:chgData name="Anjali Pandey" userId="8af83530bfb0d4d8" providerId="LiveId" clId="{0772A383-20A0-49B0-A1DE-16FAAD555BCB}" dt="2026-07-23T13:40:21.574" v="901" actId="255"/>
          <ac:spMkLst>
            <pc:docMk/>
            <pc:sldMk cId="0" sldId="260"/>
            <ac:spMk id="35" creationId="{00000000-0000-0000-0000-000000000000}"/>
          </ac:spMkLst>
        </pc:spChg>
        <pc:spChg chg="del">
          <ac:chgData name="Anjali Pandey" userId="8af83530bfb0d4d8" providerId="LiveId" clId="{0772A383-20A0-49B0-A1DE-16FAAD555BCB}" dt="2026-07-23T09:37:34.074" v="622" actId="21"/>
          <ac:spMkLst>
            <pc:docMk/>
            <pc:sldMk cId="0" sldId="260"/>
            <ac:spMk id="36" creationId="{00000000-0000-0000-0000-000000000000}"/>
          </ac:spMkLst>
        </pc:spChg>
        <pc:spChg chg="del">
          <ac:chgData name="Anjali Pandey" userId="8af83530bfb0d4d8" providerId="LiveId" clId="{0772A383-20A0-49B0-A1DE-16FAAD555BCB}" dt="2026-07-23T09:42:59.186" v="628" actId="21"/>
          <ac:spMkLst>
            <pc:docMk/>
            <pc:sldMk cId="0" sldId="260"/>
            <ac:spMk id="37" creationId="{00000000-0000-0000-0000-000000000000}"/>
          </ac:spMkLst>
        </pc:spChg>
        <pc:spChg chg="add mod">
          <ac:chgData name="Anjali Pandey" userId="8af83530bfb0d4d8" providerId="LiveId" clId="{0772A383-20A0-49B0-A1DE-16FAAD555BCB}" dt="2026-07-23T13:33:25.320" v="796" actId="1076"/>
          <ac:spMkLst>
            <pc:docMk/>
            <pc:sldMk cId="0" sldId="260"/>
            <ac:spMk id="37" creationId="{F4D587DA-9F78-7A3A-02CF-B4B1F57762A1}"/>
          </ac:spMkLst>
        </pc:spChg>
        <pc:spChg chg="del">
          <ac:chgData name="Anjali Pandey" userId="8af83530bfb0d4d8" providerId="LiveId" clId="{0772A383-20A0-49B0-A1DE-16FAAD555BCB}" dt="2026-07-23T09:39:51.780" v="627" actId="21"/>
          <ac:spMkLst>
            <pc:docMk/>
            <pc:sldMk cId="0" sldId="260"/>
            <ac:spMk id="38" creationId="{00000000-0000-0000-0000-000000000000}"/>
          </ac:spMkLst>
        </pc:spChg>
        <pc:spChg chg="del">
          <ac:chgData name="Anjali Pandey" userId="8af83530bfb0d4d8" providerId="LiveId" clId="{0772A383-20A0-49B0-A1DE-16FAAD555BCB}" dt="2026-07-23T09:38:35.032" v="625" actId="21"/>
          <ac:spMkLst>
            <pc:docMk/>
            <pc:sldMk cId="0" sldId="260"/>
            <ac:spMk id="39" creationId="{00000000-0000-0000-0000-000000000000}"/>
          </ac:spMkLst>
        </pc:spChg>
        <pc:spChg chg="add mod">
          <ac:chgData name="Anjali Pandey" userId="8af83530bfb0d4d8" providerId="LiveId" clId="{0772A383-20A0-49B0-A1DE-16FAAD555BCB}" dt="2026-07-23T13:31:27.086" v="780" actId="1076"/>
          <ac:spMkLst>
            <pc:docMk/>
            <pc:sldMk cId="0" sldId="260"/>
            <ac:spMk id="39" creationId="{69BD8212-B991-79B7-6386-16D854421635}"/>
          </ac:spMkLst>
        </pc:spChg>
        <pc:spChg chg="del">
          <ac:chgData name="Anjali Pandey" userId="8af83530bfb0d4d8" providerId="LiveId" clId="{0772A383-20A0-49B0-A1DE-16FAAD555BCB}" dt="2026-07-23T09:38:39.215" v="626" actId="21"/>
          <ac:spMkLst>
            <pc:docMk/>
            <pc:sldMk cId="0" sldId="260"/>
            <ac:spMk id="40" creationId="{00000000-0000-0000-0000-000000000000}"/>
          </ac:spMkLst>
        </pc:spChg>
        <pc:spChg chg="del">
          <ac:chgData name="Anjali Pandey" userId="8af83530bfb0d4d8" providerId="LiveId" clId="{0772A383-20A0-49B0-A1DE-16FAAD555BCB}" dt="2026-07-23T09:38:30.917" v="624" actId="21"/>
          <ac:spMkLst>
            <pc:docMk/>
            <pc:sldMk cId="0" sldId="260"/>
            <ac:spMk id="41" creationId="{00000000-0000-0000-0000-000000000000}"/>
          </ac:spMkLst>
        </pc:spChg>
        <pc:spChg chg="add del">
          <ac:chgData name="Anjali Pandey" userId="8af83530bfb0d4d8" providerId="LiveId" clId="{0772A383-20A0-49B0-A1DE-16FAAD555BCB}" dt="2026-07-23T13:34:15.653" v="803" actId="21"/>
          <ac:spMkLst>
            <pc:docMk/>
            <pc:sldMk cId="0" sldId="260"/>
            <ac:spMk id="41" creationId="{C3C1E19C-7B2A-D0AA-54DE-0E29F3BAD723}"/>
          </ac:spMkLst>
        </pc:spChg>
        <pc:spChg chg="del">
          <ac:chgData name="Anjali Pandey" userId="8af83530bfb0d4d8" providerId="LiveId" clId="{0772A383-20A0-49B0-A1DE-16FAAD555BCB}" dt="2026-07-23T09:38:21.127" v="623" actId="21"/>
          <ac:spMkLst>
            <pc:docMk/>
            <pc:sldMk cId="0" sldId="260"/>
            <ac:spMk id="42" creationId="{00000000-0000-0000-0000-000000000000}"/>
          </ac:spMkLst>
        </pc:spChg>
        <pc:spChg chg="add del">
          <ac:chgData name="Anjali Pandey" userId="8af83530bfb0d4d8" providerId="LiveId" clId="{0772A383-20A0-49B0-A1DE-16FAAD555BCB}" dt="2026-07-23T13:34:26.395" v="805" actId="21"/>
          <ac:spMkLst>
            <pc:docMk/>
            <pc:sldMk cId="0" sldId="260"/>
            <ac:spMk id="45" creationId="{6943FE4B-CCEB-D941-A9D6-1641A5A453BE}"/>
          </ac:spMkLst>
        </pc:spChg>
        <pc:spChg chg="add mod">
          <ac:chgData name="Anjali Pandey" userId="8af83530bfb0d4d8" providerId="LiveId" clId="{0772A383-20A0-49B0-A1DE-16FAAD555BCB}" dt="2026-07-23T13:36:36.048" v="826" actId="20577"/>
          <ac:spMkLst>
            <pc:docMk/>
            <pc:sldMk cId="0" sldId="260"/>
            <ac:spMk id="47" creationId="{BBD0C0D3-36A1-7BA9-7B18-6253FC03C321}"/>
          </ac:spMkLst>
        </pc:spChg>
        <pc:spChg chg="add mod">
          <ac:chgData name="Anjali Pandey" userId="8af83530bfb0d4d8" providerId="LiveId" clId="{0772A383-20A0-49B0-A1DE-16FAAD555BCB}" dt="2026-07-23T13:35:44.977" v="819" actId="688"/>
          <ac:spMkLst>
            <pc:docMk/>
            <pc:sldMk cId="0" sldId="260"/>
            <ac:spMk id="49" creationId="{8D9F6D16-7029-1F82-7453-CF36368FA1C4}"/>
          </ac:spMkLst>
        </pc:spChg>
        <pc:spChg chg="add mod">
          <ac:chgData name="Anjali Pandey" userId="8af83530bfb0d4d8" providerId="LiveId" clId="{0772A383-20A0-49B0-A1DE-16FAAD555BCB}" dt="2026-07-23T13:38:40.325" v="892" actId="20577"/>
          <ac:spMkLst>
            <pc:docMk/>
            <pc:sldMk cId="0" sldId="260"/>
            <ac:spMk id="51" creationId="{AD1B7611-054B-4937-6EE1-7E136173253C}"/>
          </ac:spMkLst>
        </pc:spChg>
        <pc:spChg chg="add mod">
          <ac:chgData name="Anjali Pandey" userId="8af83530bfb0d4d8" providerId="LiveId" clId="{0772A383-20A0-49B0-A1DE-16FAAD555BCB}" dt="2026-07-23T13:37:39.447" v="834" actId="1076"/>
          <ac:spMkLst>
            <pc:docMk/>
            <pc:sldMk cId="0" sldId="260"/>
            <ac:spMk id="53" creationId="{520A8F1D-3F81-2C39-0E19-CB06D363D10B}"/>
          </ac:spMkLst>
        </pc:spChg>
        <pc:spChg chg="add mod">
          <ac:chgData name="Anjali Pandey" userId="8af83530bfb0d4d8" providerId="LiveId" clId="{0772A383-20A0-49B0-A1DE-16FAAD555BCB}" dt="2026-07-23T13:40:37.262" v="903" actId="1076"/>
          <ac:spMkLst>
            <pc:docMk/>
            <pc:sldMk cId="0" sldId="260"/>
            <ac:spMk id="55" creationId="{8E86832A-C419-8EA7-023D-07F59FC58912}"/>
          </ac:spMkLst>
        </pc:spChg>
      </pc:sldChg>
      <pc:sldChg chg="ord">
        <pc:chgData name="Anjali Pandey" userId="8af83530bfb0d4d8" providerId="LiveId" clId="{0772A383-20A0-49B0-A1DE-16FAAD555BCB}" dt="2026-07-23T09:30:31.665" v="595"/>
        <pc:sldMkLst>
          <pc:docMk/>
          <pc:sldMk cId="0" sldId="261"/>
        </pc:sldMkLst>
      </pc:sldChg>
      <pc:sldChg chg="del">
        <pc:chgData name="Anjali Pandey" userId="8af83530bfb0d4d8" providerId="LiveId" clId="{0772A383-20A0-49B0-A1DE-16FAAD555BCB}" dt="2026-07-23T09:29:23.799" v="593" actId="2696"/>
        <pc:sldMkLst>
          <pc:docMk/>
          <pc:sldMk cId="0" sldId="262"/>
        </pc:sldMkLst>
      </pc:sldChg>
      <pc:sldChg chg="addSp delSp modSp mod">
        <pc:chgData name="Anjali Pandey" userId="8af83530bfb0d4d8" providerId="LiveId" clId="{0772A383-20A0-49B0-A1DE-16FAAD555BCB}" dt="2026-07-23T09:03:05.265" v="296" actId="14100"/>
        <pc:sldMkLst>
          <pc:docMk/>
          <pc:sldMk cId="0" sldId="263"/>
        </pc:sldMkLst>
        <pc:spChg chg="del mod">
          <ac:chgData name="Anjali Pandey" userId="8af83530bfb0d4d8" providerId="LiveId" clId="{0772A383-20A0-49B0-A1DE-16FAAD555BCB}" dt="2026-07-23T09:02:11.434" v="285" actId="21"/>
          <ac:spMkLst>
            <pc:docMk/>
            <pc:sldMk cId="0" sldId="263"/>
            <ac:spMk id="6" creationId="{00000000-0000-0000-0000-000000000000}"/>
          </ac:spMkLst>
        </pc:spChg>
        <pc:spChg chg="del mod">
          <ac:chgData name="Anjali Pandey" userId="8af83530bfb0d4d8" providerId="LiveId" clId="{0772A383-20A0-49B0-A1DE-16FAAD555BCB}" dt="2026-07-23T09:02:32.702" v="289" actId="21"/>
          <ac:spMkLst>
            <pc:docMk/>
            <pc:sldMk cId="0" sldId="263"/>
            <ac:spMk id="7" creationId="{00000000-0000-0000-0000-000000000000}"/>
          </ac:spMkLst>
        </pc:spChg>
        <pc:spChg chg="del mod">
          <ac:chgData name="Anjali Pandey" userId="8af83530bfb0d4d8" providerId="LiveId" clId="{0772A383-20A0-49B0-A1DE-16FAAD555BCB}" dt="2026-07-23T09:02:29.650" v="288" actId="21"/>
          <ac:spMkLst>
            <pc:docMk/>
            <pc:sldMk cId="0" sldId="263"/>
            <ac:spMk id="9" creationId="{00000000-0000-0000-0000-000000000000}"/>
          </ac:spMkLst>
        </pc:spChg>
        <pc:spChg chg="del mod">
          <ac:chgData name="Anjali Pandey" userId="8af83530bfb0d4d8" providerId="LiveId" clId="{0772A383-20A0-49B0-A1DE-16FAAD555BCB}" dt="2026-07-23T09:02:25.498" v="287" actId="21"/>
          <ac:spMkLst>
            <pc:docMk/>
            <pc:sldMk cId="0" sldId="263"/>
            <ac:spMk id="10" creationId="{00000000-0000-0000-0000-000000000000}"/>
          </ac:spMkLst>
        </pc:spChg>
        <pc:spChg chg="del mod">
          <ac:chgData name="Anjali Pandey" userId="8af83530bfb0d4d8" providerId="LiveId" clId="{0772A383-20A0-49B0-A1DE-16FAAD555BCB}" dt="2026-07-23T09:02:15.071" v="286" actId="21"/>
          <ac:spMkLst>
            <pc:docMk/>
            <pc:sldMk cId="0" sldId="263"/>
            <ac:spMk id="11" creationId="{00000000-0000-0000-0000-000000000000}"/>
          </ac:spMkLst>
        </pc:spChg>
        <pc:spChg chg="del mod">
          <ac:chgData name="Anjali Pandey" userId="8af83530bfb0d4d8" providerId="LiveId" clId="{0772A383-20A0-49B0-A1DE-16FAAD555BCB}" dt="2026-07-23T09:02:40.009" v="290" actId="21"/>
          <ac:spMkLst>
            <pc:docMk/>
            <pc:sldMk cId="0" sldId="263"/>
            <ac:spMk id="12" creationId="{00000000-0000-0000-0000-000000000000}"/>
          </ac:spMkLst>
        </pc:spChg>
        <pc:spChg chg="del">
          <ac:chgData name="Anjali Pandey" userId="8af83530bfb0d4d8" providerId="LiveId" clId="{0772A383-20A0-49B0-A1DE-16FAAD555BCB}" dt="2026-07-23T09:02:44.991" v="291" actId="21"/>
          <ac:spMkLst>
            <pc:docMk/>
            <pc:sldMk cId="0" sldId="263"/>
            <ac:spMk id="13" creationId="{00000000-0000-0000-0000-000000000000}"/>
          </ac:spMkLst>
        </pc:spChg>
        <pc:spChg chg="del mod">
          <ac:chgData name="Anjali Pandey" userId="8af83530bfb0d4d8" providerId="LiveId" clId="{0772A383-20A0-49B0-A1DE-16FAAD555BCB}" dt="2026-07-23T09:02:49.427" v="292" actId="21"/>
          <ac:spMkLst>
            <pc:docMk/>
            <pc:sldMk cId="0" sldId="263"/>
            <ac:spMk id="14" creationId="{00000000-0000-0000-0000-000000000000}"/>
          </ac:spMkLst>
        </pc:spChg>
        <pc:spChg chg="del mod">
          <ac:chgData name="Anjali Pandey" userId="8af83530bfb0d4d8" providerId="LiveId" clId="{0772A383-20A0-49B0-A1DE-16FAAD555BCB}" dt="2026-07-23T09:02:57.451" v="294" actId="21"/>
          <ac:spMkLst>
            <pc:docMk/>
            <pc:sldMk cId="0" sldId="263"/>
            <ac:spMk id="15" creationId="{00000000-0000-0000-0000-000000000000}"/>
          </ac:spMkLst>
        </pc:spChg>
        <pc:spChg chg="del">
          <ac:chgData name="Anjali Pandey" userId="8af83530bfb0d4d8" providerId="LiveId" clId="{0772A383-20A0-49B0-A1DE-16FAAD555BCB}" dt="2026-07-23T09:02:53.737" v="293" actId="21"/>
          <ac:spMkLst>
            <pc:docMk/>
            <pc:sldMk cId="0" sldId="263"/>
            <ac:spMk id="16" creationId="{00000000-0000-0000-0000-000000000000}"/>
          </ac:spMkLst>
        </pc:spChg>
        <pc:spChg chg="mod">
          <ac:chgData name="Anjali Pandey" userId="8af83530bfb0d4d8" providerId="LiveId" clId="{0772A383-20A0-49B0-A1DE-16FAAD555BCB}" dt="2026-07-23T09:00:37.141" v="278" actId="1076"/>
          <ac:spMkLst>
            <pc:docMk/>
            <pc:sldMk cId="0" sldId="263"/>
            <ac:spMk id="17" creationId="{00000000-0000-0000-0000-000000000000}"/>
          </ac:spMkLst>
        </pc:spChg>
        <pc:graphicFrameChg chg="mod">
          <ac:chgData name="Anjali Pandey" userId="8af83530bfb0d4d8" providerId="LiveId" clId="{0772A383-20A0-49B0-A1DE-16FAAD555BCB}" dt="2026-07-23T09:03:05.265" v="296" actId="14100"/>
          <ac:graphicFrameMkLst>
            <pc:docMk/>
            <pc:sldMk cId="0" sldId="263"/>
            <ac:graphicFrameMk id="5" creationId="{00000000-0000-0000-0000-000000000000}"/>
          </ac:graphicFrameMkLst>
        </pc:graphicFrameChg>
        <pc:picChg chg="mod">
          <ac:chgData name="Anjali Pandey" userId="8af83530bfb0d4d8" providerId="LiveId" clId="{0772A383-20A0-49B0-A1DE-16FAAD555BCB}" dt="2026-07-23T08:56:15.579" v="267" actId="1076"/>
          <ac:picMkLst>
            <pc:docMk/>
            <pc:sldMk cId="0" sldId="263"/>
            <ac:picMk id="8" creationId="{00000000-0000-0000-0000-000000000000}"/>
          </ac:picMkLst>
        </pc:picChg>
        <pc:picChg chg="add del mod">
          <ac:chgData name="Anjali Pandey" userId="8af83530bfb0d4d8" providerId="LiveId" clId="{0772A383-20A0-49B0-A1DE-16FAAD555BCB}" dt="2026-07-23T09:02:07.296" v="284" actId="21"/>
          <ac:picMkLst>
            <pc:docMk/>
            <pc:sldMk cId="0" sldId="263"/>
            <ac:picMk id="21" creationId="{243723E3-6E4F-3AC8-E0A5-D13B65063434}"/>
          </ac:picMkLst>
        </pc:picChg>
      </pc:sldChg>
      <pc:sldChg chg="addSp delSp modSp mod">
        <pc:chgData name="Anjali Pandey" userId="8af83530bfb0d4d8" providerId="LiveId" clId="{0772A383-20A0-49B0-A1DE-16FAAD555BCB}" dt="2026-07-23T08:13:56.431" v="180" actId="14100"/>
        <pc:sldMkLst>
          <pc:docMk/>
          <pc:sldMk cId="0" sldId="265"/>
        </pc:sldMkLst>
        <pc:spChg chg="mod">
          <ac:chgData name="Anjali Pandey" userId="8af83530bfb0d4d8" providerId="LiveId" clId="{0772A383-20A0-49B0-A1DE-16FAAD555BCB}" dt="2026-07-23T08:13:32.406" v="177" actId="14100"/>
          <ac:spMkLst>
            <pc:docMk/>
            <pc:sldMk cId="0" sldId="265"/>
            <ac:spMk id="5" creationId="{00000000-0000-0000-0000-000000000000}"/>
          </ac:spMkLst>
        </pc:spChg>
        <pc:spChg chg="mod">
          <ac:chgData name="Anjali Pandey" userId="8af83530bfb0d4d8" providerId="LiveId" clId="{0772A383-20A0-49B0-A1DE-16FAAD555BCB}" dt="2026-07-23T08:13:26.984" v="176" actId="1076"/>
          <ac:spMkLst>
            <pc:docMk/>
            <pc:sldMk cId="0" sldId="265"/>
            <ac:spMk id="9" creationId="{00000000-0000-0000-0000-000000000000}"/>
          </ac:spMkLst>
        </pc:spChg>
        <pc:spChg chg="del mod">
          <ac:chgData name="Anjali Pandey" userId="8af83530bfb0d4d8" providerId="LiveId" clId="{0772A383-20A0-49B0-A1DE-16FAAD555BCB}" dt="2026-07-23T07:58:11.339" v="16" actId="21"/>
          <ac:spMkLst>
            <pc:docMk/>
            <pc:sldMk cId="0" sldId="265"/>
            <ac:spMk id="10" creationId="{00000000-0000-0000-0000-000000000000}"/>
          </ac:spMkLst>
        </pc:spChg>
        <pc:spChg chg="del">
          <ac:chgData name="Anjali Pandey" userId="8af83530bfb0d4d8" providerId="LiveId" clId="{0772A383-20A0-49B0-A1DE-16FAAD555BCB}" dt="2026-07-23T08:00:30.028" v="33" actId="21"/>
          <ac:spMkLst>
            <pc:docMk/>
            <pc:sldMk cId="0" sldId="265"/>
            <ac:spMk id="11" creationId="{00000000-0000-0000-0000-000000000000}"/>
          </ac:spMkLst>
        </pc:spChg>
        <pc:spChg chg="del">
          <ac:chgData name="Anjali Pandey" userId="8af83530bfb0d4d8" providerId="LiveId" clId="{0772A383-20A0-49B0-A1DE-16FAAD555BCB}" dt="2026-07-23T08:00:35.377" v="34" actId="21"/>
          <ac:spMkLst>
            <pc:docMk/>
            <pc:sldMk cId="0" sldId="265"/>
            <ac:spMk id="13" creationId="{00000000-0000-0000-0000-000000000000}"/>
          </ac:spMkLst>
        </pc:spChg>
        <pc:spChg chg="del">
          <ac:chgData name="Anjali Pandey" userId="8af83530bfb0d4d8" providerId="LiveId" clId="{0772A383-20A0-49B0-A1DE-16FAAD555BCB}" dt="2026-07-23T08:00:41.588" v="35" actId="21"/>
          <ac:spMkLst>
            <pc:docMk/>
            <pc:sldMk cId="0" sldId="265"/>
            <ac:spMk id="14" creationId="{00000000-0000-0000-0000-000000000000}"/>
          </ac:spMkLst>
        </pc:spChg>
        <pc:spChg chg="mod">
          <ac:chgData name="Anjali Pandey" userId="8af83530bfb0d4d8" providerId="LiveId" clId="{0772A383-20A0-49B0-A1DE-16FAAD555BCB}" dt="2026-07-23T08:13:56.431" v="180" actId="14100"/>
          <ac:spMkLst>
            <pc:docMk/>
            <pc:sldMk cId="0" sldId="265"/>
            <ac:spMk id="15" creationId="{00000000-0000-0000-0000-000000000000}"/>
          </ac:spMkLst>
        </pc:spChg>
        <pc:spChg chg="mod">
          <ac:chgData name="Anjali Pandey" userId="8af83530bfb0d4d8" providerId="LiveId" clId="{0772A383-20A0-49B0-A1DE-16FAAD555BCB}" dt="2026-07-23T08:13:41.752" v="178" actId="1076"/>
          <ac:spMkLst>
            <pc:docMk/>
            <pc:sldMk cId="0" sldId="265"/>
            <ac:spMk id="19" creationId="{00000000-0000-0000-0000-000000000000}"/>
          </ac:spMkLst>
        </pc:spChg>
        <pc:spChg chg="del">
          <ac:chgData name="Anjali Pandey" userId="8af83530bfb0d4d8" providerId="LiveId" clId="{0772A383-20A0-49B0-A1DE-16FAAD555BCB}" dt="2026-07-23T07:58:00.084" v="14" actId="21"/>
          <ac:spMkLst>
            <pc:docMk/>
            <pc:sldMk cId="0" sldId="265"/>
            <ac:spMk id="20" creationId="{00000000-0000-0000-0000-000000000000}"/>
          </ac:spMkLst>
        </pc:spChg>
        <pc:spChg chg="del">
          <ac:chgData name="Anjali Pandey" userId="8af83530bfb0d4d8" providerId="LiveId" clId="{0772A383-20A0-49B0-A1DE-16FAAD555BCB}" dt="2026-07-23T07:58:19.525" v="18" actId="21"/>
          <ac:spMkLst>
            <pc:docMk/>
            <pc:sldMk cId="0" sldId="265"/>
            <ac:spMk id="21" creationId="{00000000-0000-0000-0000-000000000000}"/>
          </ac:spMkLst>
        </pc:spChg>
        <pc:spChg chg="del mod">
          <ac:chgData name="Anjali Pandey" userId="8af83530bfb0d4d8" providerId="LiveId" clId="{0772A383-20A0-49B0-A1DE-16FAAD555BCB}" dt="2026-07-23T07:59:18.956" v="20" actId="21"/>
          <ac:spMkLst>
            <pc:docMk/>
            <pc:sldMk cId="0" sldId="265"/>
            <ac:spMk id="23" creationId="{00000000-0000-0000-0000-000000000000}"/>
          </ac:spMkLst>
        </pc:spChg>
        <pc:spChg chg="del">
          <ac:chgData name="Anjali Pandey" userId="8af83530bfb0d4d8" providerId="LiveId" clId="{0772A383-20A0-49B0-A1DE-16FAAD555BCB}" dt="2026-07-23T07:59:26.347" v="21" actId="21"/>
          <ac:spMkLst>
            <pc:docMk/>
            <pc:sldMk cId="0" sldId="265"/>
            <ac:spMk id="24" creationId="{00000000-0000-0000-0000-000000000000}"/>
          </ac:spMkLst>
        </pc:spChg>
        <pc:spChg chg="del">
          <ac:chgData name="Anjali Pandey" userId="8af83530bfb0d4d8" providerId="LiveId" clId="{0772A383-20A0-49B0-A1DE-16FAAD555BCB}" dt="2026-07-23T08:00:15.526" v="30" actId="21"/>
          <ac:spMkLst>
            <pc:docMk/>
            <pc:sldMk cId="0" sldId="265"/>
            <ac:spMk id="25" creationId="{00000000-0000-0000-0000-000000000000}"/>
          </ac:spMkLst>
        </pc:spChg>
        <pc:spChg chg="del">
          <ac:chgData name="Anjali Pandey" userId="8af83530bfb0d4d8" providerId="LiveId" clId="{0772A383-20A0-49B0-A1DE-16FAAD555BCB}" dt="2026-07-23T08:01:19.029" v="43" actId="21"/>
          <ac:spMkLst>
            <pc:docMk/>
            <pc:sldMk cId="0" sldId="265"/>
            <ac:spMk id="26" creationId="{00000000-0000-0000-0000-000000000000}"/>
          </ac:spMkLst>
        </pc:spChg>
        <pc:spChg chg="del">
          <ac:chgData name="Anjali Pandey" userId="8af83530bfb0d4d8" providerId="LiveId" clId="{0772A383-20A0-49B0-A1DE-16FAAD555BCB}" dt="2026-07-23T08:01:26.245" v="44" actId="21"/>
          <ac:spMkLst>
            <pc:docMk/>
            <pc:sldMk cId="0" sldId="265"/>
            <ac:spMk id="28" creationId="{00000000-0000-0000-0000-000000000000}"/>
          </ac:spMkLst>
        </pc:spChg>
        <pc:spChg chg="del">
          <ac:chgData name="Anjali Pandey" userId="8af83530bfb0d4d8" providerId="LiveId" clId="{0772A383-20A0-49B0-A1DE-16FAAD555BCB}" dt="2026-07-23T08:01:31.244" v="45" actId="21"/>
          <ac:spMkLst>
            <pc:docMk/>
            <pc:sldMk cId="0" sldId="265"/>
            <ac:spMk id="29" creationId="{00000000-0000-0000-0000-000000000000}"/>
          </ac:spMkLst>
        </pc:spChg>
        <pc:spChg chg="del">
          <ac:chgData name="Anjali Pandey" userId="8af83530bfb0d4d8" providerId="LiveId" clId="{0772A383-20A0-49B0-A1DE-16FAAD555BCB}" dt="2026-07-23T08:01:03.101" v="39" actId="21"/>
          <ac:spMkLst>
            <pc:docMk/>
            <pc:sldMk cId="0" sldId="265"/>
            <ac:spMk id="30" creationId="{00000000-0000-0000-0000-000000000000}"/>
          </ac:spMkLst>
        </pc:spChg>
        <pc:spChg chg="del">
          <ac:chgData name="Anjali Pandey" userId="8af83530bfb0d4d8" providerId="LiveId" clId="{0772A383-20A0-49B0-A1DE-16FAAD555BCB}" dt="2026-07-23T08:01:06.257" v="40" actId="21"/>
          <ac:spMkLst>
            <pc:docMk/>
            <pc:sldMk cId="0" sldId="265"/>
            <ac:spMk id="31" creationId="{00000000-0000-0000-0000-000000000000}"/>
          </ac:spMkLst>
        </pc:spChg>
        <pc:spChg chg="del">
          <ac:chgData name="Anjali Pandey" userId="8af83530bfb0d4d8" providerId="LiveId" clId="{0772A383-20A0-49B0-A1DE-16FAAD555BCB}" dt="2026-07-23T08:01:11.963" v="41" actId="21"/>
          <ac:spMkLst>
            <pc:docMk/>
            <pc:sldMk cId="0" sldId="265"/>
            <ac:spMk id="33" creationId="{00000000-0000-0000-0000-000000000000}"/>
          </ac:spMkLst>
        </pc:spChg>
        <pc:spChg chg="del">
          <ac:chgData name="Anjali Pandey" userId="8af83530bfb0d4d8" providerId="LiveId" clId="{0772A383-20A0-49B0-A1DE-16FAAD555BCB}" dt="2026-07-23T08:01:35.973" v="46" actId="21"/>
          <ac:spMkLst>
            <pc:docMk/>
            <pc:sldMk cId="0" sldId="265"/>
            <ac:spMk id="34" creationId="{00000000-0000-0000-0000-000000000000}"/>
          </ac:spMkLst>
        </pc:spChg>
        <pc:picChg chg="mod">
          <ac:chgData name="Anjali Pandey" userId="8af83530bfb0d4d8" providerId="LiveId" clId="{0772A383-20A0-49B0-A1DE-16FAAD555BCB}" dt="2026-07-23T07:59:47.623" v="25" actId="1076"/>
          <ac:picMkLst>
            <pc:docMk/>
            <pc:sldMk cId="0" sldId="265"/>
            <ac:picMk id="7" creationId="{00000000-0000-0000-0000-000000000000}"/>
          </ac:picMkLst>
        </pc:picChg>
        <pc:picChg chg="del">
          <ac:chgData name="Anjali Pandey" userId="8af83530bfb0d4d8" providerId="LiveId" clId="{0772A383-20A0-49B0-A1DE-16FAAD555BCB}" dt="2026-07-23T08:09:35.061" v="131" actId="21"/>
          <ac:picMkLst>
            <pc:docMk/>
            <pc:sldMk cId="0" sldId="265"/>
            <ac:picMk id="22" creationId="{00000000-0000-0000-0000-000000000000}"/>
          </ac:picMkLst>
        </pc:picChg>
        <pc:picChg chg="del">
          <ac:chgData name="Anjali Pandey" userId="8af83530bfb0d4d8" providerId="LiveId" clId="{0772A383-20A0-49B0-A1DE-16FAAD555BCB}" dt="2026-07-23T08:01:15.762" v="42" actId="21"/>
          <ac:picMkLst>
            <pc:docMk/>
            <pc:sldMk cId="0" sldId="265"/>
            <ac:picMk id="27" creationId="{00000000-0000-0000-0000-000000000000}"/>
          </ac:picMkLst>
        </pc:picChg>
        <pc:picChg chg="del">
          <ac:chgData name="Anjali Pandey" userId="8af83530bfb0d4d8" providerId="LiveId" clId="{0772A383-20A0-49B0-A1DE-16FAAD555BCB}" dt="2026-07-23T08:05:59.381" v="65" actId="21"/>
          <ac:picMkLst>
            <pc:docMk/>
            <pc:sldMk cId="0" sldId="265"/>
            <ac:picMk id="32" creationId="{00000000-0000-0000-0000-000000000000}"/>
          </ac:picMkLst>
        </pc:picChg>
        <pc:picChg chg="add del mod">
          <ac:chgData name="Anjali Pandey" userId="8af83530bfb0d4d8" providerId="LiveId" clId="{0772A383-20A0-49B0-A1DE-16FAAD555BCB}" dt="2026-07-23T07:55:03.138" v="8" actId="21"/>
          <ac:picMkLst>
            <pc:docMk/>
            <pc:sldMk cId="0" sldId="265"/>
            <ac:picMk id="38" creationId="{70AB1637-7703-FDB4-DF50-E959CB97CFAA}"/>
          </ac:picMkLst>
        </pc:picChg>
        <pc:picChg chg="add mod">
          <ac:chgData name="Anjali Pandey" userId="8af83530bfb0d4d8" providerId="LiveId" clId="{0772A383-20A0-49B0-A1DE-16FAAD555BCB}" dt="2026-07-23T08:09:31.428" v="130" actId="14100"/>
          <ac:picMkLst>
            <pc:docMk/>
            <pc:sldMk cId="0" sldId="265"/>
            <ac:picMk id="40" creationId="{BD243513-4E4C-A0B5-031F-B1B3AB2305C8}"/>
          </ac:picMkLst>
        </pc:picChg>
        <pc:picChg chg="add mod">
          <ac:chgData name="Anjali Pandey" userId="8af83530bfb0d4d8" providerId="LiveId" clId="{0772A383-20A0-49B0-A1DE-16FAAD555BCB}" dt="2026-07-23T08:09:45.126" v="133" actId="14100"/>
          <ac:picMkLst>
            <pc:docMk/>
            <pc:sldMk cId="0" sldId="265"/>
            <ac:picMk id="42" creationId="{1A835CB9-A041-1860-7F84-8B6D7666AF92}"/>
          </ac:picMkLst>
        </pc:picChg>
      </pc:sldChg>
      <pc:sldChg chg="modSp mod">
        <pc:chgData name="Anjali Pandey" userId="8af83530bfb0d4d8" providerId="LiveId" clId="{0772A383-20A0-49B0-A1DE-16FAAD555BCB}" dt="2026-07-23T08:29:17.270" v="259" actId="20577"/>
        <pc:sldMkLst>
          <pc:docMk/>
          <pc:sldMk cId="0" sldId="269"/>
        </pc:sldMkLst>
        <pc:spChg chg="mod">
          <ac:chgData name="Anjali Pandey" userId="8af83530bfb0d4d8" providerId="LiveId" clId="{0772A383-20A0-49B0-A1DE-16FAAD555BCB}" dt="2026-07-23T08:29:17.270" v="259" actId="20577"/>
          <ac:spMkLst>
            <pc:docMk/>
            <pc:sldMk cId="0" sldId="269"/>
            <ac:spMk id="7" creationId="{00000000-0000-0000-0000-000000000000}"/>
          </ac:spMkLst>
        </pc:spChg>
      </pc:sldChg>
      <pc:sldChg chg="add del">
        <pc:chgData name="Anjali Pandey" userId="8af83530bfb0d4d8" providerId="LiveId" clId="{0772A383-20A0-49B0-A1DE-16FAAD555BCB}" dt="2026-07-23T08:13:03.527" v="175" actId="2696"/>
        <pc:sldMkLst>
          <pc:docMk/>
          <pc:sldMk cId="4237907924" sldId="270"/>
        </pc:sldMkLst>
      </pc:sldChg>
      <pc:sldChg chg="addSp delSp modSp add mod">
        <pc:chgData name="Anjali Pandey" userId="8af83530bfb0d4d8" providerId="LiveId" clId="{0772A383-20A0-49B0-A1DE-16FAAD555BCB}" dt="2026-07-23T08:16:42.311" v="189" actId="14100"/>
        <pc:sldMkLst>
          <pc:docMk/>
          <pc:sldMk cId="3690376572" sldId="271"/>
        </pc:sldMkLst>
        <pc:spChg chg="mod">
          <ac:chgData name="Anjali Pandey" userId="8af83530bfb0d4d8" providerId="LiveId" clId="{0772A383-20A0-49B0-A1DE-16FAAD555BCB}" dt="2026-07-23T08:15:00.611" v="184" actId="14100"/>
          <ac:spMkLst>
            <pc:docMk/>
            <pc:sldMk cId="3690376572" sldId="271"/>
            <ac:spMk id="5" creationId="{F95B6340-BAD8-5AAE-F14E-49DAF6CFD8E3}"/>
          </ac:spMkLst>
        </pc:spChg>
        <pc:spChg chg="mod">
          <ac:chgData name="Anjali Pandey" userId="8af83530bfb0d4d8" providerId="LiveId" clId="{0772A383-20A0-49B0-A1DE-16FAAD555BCB}" dt="2026-07-23T08:14:48.382" v="183" actId="1076"/>
          <ac:spMkLst>
            <pc:docMk/>
            <pc:sldMk cId="3690376572" sldId="271"/>
            <ac:spMk id="9" creationId="{4E9FE833-3E1C-C4BB-B79D-C8C5189C0CA0}"/>
          </ac:spMkLst>
        </pc:spChg>
        <pc:spChg chg="mod">
          <ac:chgData name="Anjali Pandey" userId="8af83530bfb0d4d8" providerId="LiveId" clId="{0772A383-20A0-49B0-A1DE-16FAAD555BCB}" dt="2026-07-23T08:16:37.669" v="188" actId="14100"/>
          <ac:spMkLst>
            <pc:docMk/>
            <pc:sldMk cId="3690376572" sldId="271"/>
            <ac:spMk id="15" creationId="{CE05AB7F-0D06-41E1-57B9-56953F68D2FE}"/>
          </ac:spMkLst>
        </pc:spChg>
        <pc:spChg chg="mod">
          <ac:chgData name="Anjali Pandey" userId="8af83530bfb0d4d8" providerId="LiveId" clId="{0772A383-20A0-49B0-A1DE-16FAAD555BCB}" dt="2026-07-23T08:15:15.477" v="187" actId="1076"/>
          <ac:spMkLst>
            <pc:docMk/>
            <pc:sldMk cId="3690376572" sldId="271"/>
            <ac:spMk id="19" creationId="{46741D20-B322-1D41-C212-E1D1A41129EE}"/>
          </ac:spMkLst>
        </pc:spChg>
        <pc:picChg chg="add mod">
          <ac:chgData name="Anjali Pandey" userId="8af83530bfb0d4d8" providerId="LiveId" clId="{0772A383-20A0-49B0-A1DE-16FAAD555BCB}" dt="2026-07-23T08:14:20.018" v="182" actId="14100"/>
          <ac:picMkLst>
            <pc:docMk/>
            <pc:sldMk cId="3690376572" sldId="271"/>
            <ac:picMk id="11" creationId="{B662F2AE-7A69-905D-A2E0-87627D6BB9E3}"/>
          </ac:picMkLst>
        </pc:picChg>
        <pc:picChg chg="add mod">
          <ac:chgData name="Anjali Pandey" userId="8af83530bfb0d4d8" providerId="LiveId" clId="{0772A383-20A0-49B0-A1DE-16FAAD555BCB}" dt="2026-07-23T08:16:42.311" v="189" actId="14100"/>
          <ac:picMkLst>
            <pc:docMk/>
            <pc:sldMk cId="3690376572" sldId="271"/>
            <ac:picMk id="14" creationId="{ABCD6111-CBE6-7BD1-5180-6BAF8BF100C7}"/>
          </ac:picMkLst>
        </pc:picChg>
        <pc:picChg chg="add del">
          <ac:chgData name="Anjali Pandey" userId="8af83530bfb0d4d8" providerId="LiveId" clId="{0772A383-20A0-49B0-A1DE-16FAAD555BCB}" dt="2026-07-23T08:09:03.294" v="127" actId="21"/>
          <ac:picMkLst>
            <pc:docMk/>
            <pc:sldMk cId="3690376572" sldId="271"/>
            <ac:picMk id="22" creationId="{0B1729AE-2CDA-349B-0F94-2B85E87A63AC}"/>
          </ac:picMkLst>
        </pc:picChg>
        <pc:picChg chg="del">
          <ac:chgData name="Anjali Pandey" userId="8af83530bfb0d4d8" providerId="LiveId" clId="{0772A383-20A0-49B0-A1DE-16FAAD555BCB}" dt="2026-07-23T08:06:38.530" v="91" actId="21"/>
          <ac:picMkLst>
            <pc:docMk/>
            <pc:sldMk cId="3690376572" sldId="271"/>
            <ac:picMk id="40" creationId="{646D634A-B3B5-7847-7B55-0E3A46B74AB7}"/>
          </ac:picMkLst>
        </pc:picChg>
        <pc:picChg chg="del">
          <ac:chgData name="Anjali Pandey" userId="8af83530bfb0d4d8" providerId="LiveId" clId="{0772A383-20A0-49B0-A1DE-16FAAD555BCB}" dt="2026-07-23T08:10:48.117" v="134" actId="21"/>
          <ac:picMkLst>
            <pc:docMk/>
            <pc:sldMk cId="3690376572" sldId="271"/>
            <ac:picMk id="42" creationId="{36B4D76D-FB61-FB80-83C3-4D972405A63E}"/>
          </ac:picMkLst>
        </pc:picChg>
      </pc:sldChg>
      <pc:sldChg chg="addSp delSp modSp add mod">
        <pc:chgData name="Anjali Pandey" userId="8af83530bfb0d4d8" providerId="LiveId" clId="{0772A383-20A0-49B0-A1DE-16FAAD555BCB}" dt="2026-07-23T08:28:59.246" v="258" actId="20577"/>
        <pc:sldMkLst>
          <pc:docMk/>
          <pc:sldMk cId="1395304734" sldId="272"/>
        </pc:sldMkLst>
        <pc:spChg chg="mod">
          <ac:chgData name="Anjali Pandey" userId="8af83530bfb0d4d8" providerId="LiveId" clId="{0772A383-20A0-49B0-A1DE-16FAAD555BCB}" dt="2026-07-23T08:21:49.776" v="196" actId="14100"/>
          <ac:spMkLst>
            <pc:docMk/>
            <pc:sldMk cId="1395304734" sldId="272"/>
            <ac:spMk id="5" creationId="{F6A6FE88-6328-81D9-4830-C6769C2FE36A}"/>
          </ac:spMkLst>
        </pc:spChg>
        <pc:spChg chg="mod">
          <ac:chgData name="Anjali Pandey" userId="8af83530bfb0d4d8" providerId="LiveId" clId="{0772A383-20A0-49B0-A1DE-16FAAD555BCB}" dt="2026-07-23T08:23:28.777" v="216" actId="20577"/>
          <ac:spMkLst>
            <pc:docMk/>
            <pc:sldMk cId="1395304734" sldId="272"/>
            <ac:spMk id="9" creationId="{A5695506-A0D1-CEC9-96A8-F6D675A03DA8}"/>
          </ac:spMkLst>
        </pc:spChg>
        <pc:spChg chg="mod">
          <ac:chgData name="Anjali Pandey" userId="8af83530bfb0d4d8" providerId="LiveId" clId="{0772A383-20A0-49B0-A1DE-16FAAD555BCB}" dt="2026-07-23T08:28:59.246" v="258" actId="20577"/>
          <ac:spMkLst>
            <pc:docMk/>
            <pc:sldMk cId="1395304734" sldId="272"/>
            <ac:spMk id="19" creationId="{F4550D9B-D2CB-8537-2E2C-DBB3174F7E20}"/>
          </ac:spMkLst>
        </pc:spChg>
        <pc:picChg chg="del">
          <ac:chgData name="Anjali Pandey" userId="8af83530bfb0d4d8" providerId="LiveId" clId="{0772A383-20A0-49B0-A1DE-16FAAD555BCB}" dt="2026-07-23T08:20:34.164" v="191" actId="21"/>
          <ac:picMkLst>
            <pc:docMk/>
            <pc:sldMk cId="1395304734" sldId="272"/>
            <ac:picMk id="11" creationId="{F703ACCC-2EEE-5B69-8346-173E6747A93C}"/>
          </ac:picMkLst>
        </pc:picChg>
        <pc:picChg chg="add mod">
          <ac:chgData name="Anjali Pandey" userId="8af83530bfb0d4d8" providerId="LiveId" clId="{0772A383-20A0-49B0-A1DE-16FAAD555BCB}" dt="2026-07-23T08:21:58.490" v="198" actId="1076"/>
          <ac:picMkLst>
            <pc:docMk/>
            <pc:sldMk cId="1395304734" sldId="272"/>
            <ac:picMk id="13" creationId="{3517BF8D-8506-F1E6-9B7E-9524A5F0F475}"/>
          </ac:picMkLst>
        </pc:picChg>
        <pc:picChg chg="del">
          <ac:chgData name="Anjali Pandey" userId="8af83530bfb0d4d8" providerId="LiveId" clId="{0772A383-20A0-49B0-A1DE-16FAAD555BCB}" dt="2026-07-23T08:23:39.067" v="217" actId="21"/>
          <ac:picMkLst>
            <pc:docMk/>
            <pc:sldMk cId="1395304734" sldId="272"/>
            <ac:picMk id="14" creationId="{9A1085B9-1153-3C10-D53C-A2204F6F6A9D}"/>
          </ac:picMkLst>
        </pc:picChg>
        <pc:picChg chg="add del mod">
          <ac:chgData name="Anjali Pandey" userId="8af83530bfb0d4d8" providerId="LiveId" clId="{0772A383-20A0-49B0-A1DE-16FAAD555BCB}" dt="2026-07-23T08:25:13.281" v="219" actId="21"/>
          <ac:picMkLst>
            <pc:docMk/>
            <pc:sldMk cId="1395304734" sldId="272"/>
            <ac:picMk id="21" creationId="{6AB892AF-B172-ED13-6CCE-9DC626A0F49F}"/>
          </ac:picMkLst>
        </pc:picChg>
        <pc:picChg chg="add mod">
          <ac:chgData name="Anjali Pandey" userId="8af83530bfb0d4d8" providerId="LiveId" clId="{0772A383-20A0-49B0-A1DE-16FAAD555BCB}" dt="2026-07-23T08:28:31.138" v="224" actId="1076"/>
          <ac:picMkLst>
            <pc:docMk/>
            <pc:sldMk cId="1395304734" sldId="272"/>
            <ac:picMk id="23" creationId="{1F74EDCA-B93C-5794-7598-367E11EB3339}"/>
          </ac:picMkLst>
        </pc:picChg>
      </pc:sldChg>
      <pc:sldChg chg="addSp delSp modSp add mod">
        <pc:chgData name="Anjali Pandey" userId="8af83530bfb0d4d8" providerId="LiveId" clId="{0772A383-20A0-49B0-A1DE-16FAAD555BCB}" dt="2026-07-23T09:09:47.029" v="332" actId="1076"/>
        <pc:sldMkLst>
          <pc:docMk/>
          <pc:sldMk cId="648956514" sldId="273"/>
        </pc:sldMkLst>
        <pc:spChg chg="mod">
          <ac:chgData name="Anjali Pandey" userId="8af83530bfb0d4d8" providerId="LiveId" clId="{0772A383-20A0-49B0-A1DE-16FAAD555BCB}" dt="2026-07-23T09:07:37.257" v="322" actId="14100"/>
          <ac:spMkLst>
            <pc:docMk/>
            <pc:sldMk cId="648956514" sldId="273"/>
            <ac:spMk id="6" creationId="{1C07546D-C2E7-4D3C-4808-8D7737C1C0AA}"/>
          </ac:spMkLst>
        </pc:spChg>
        <pc:spChg chg="mod">
          <ac:chgData name="Anjali Pandey" userId="8af83530bfb0d4d8" providerId="LiveId" clId="{0772A383-20A0-49B0-A1DE-16FAAD555BCB}" dt="2026-07-23T09:07:17.138" v="318" actId="1076"/>
          <ac:spMkLst>
            <pc:docMk/>
            <pc:sldMk cId="648956514" sldId="273"/>
            <ac:spMk id="7" creationId="{A1A80D6F-D19F-66E6-E47F-BB5AB022C8E0}"/>
          </ac:spMkLst>
        </pc:spChg>
        <pc:spChg chg="mod">
          <ac:chgData name="Anjali Pandey" userId="8af83530bfb0d4d8" providerId="LiveId" clId="{0772A383-20A0-49B0-A1DE-16FAAD555BCB}" dt="2026-07-23T09:06:59.467" v="317" actId="1076"/>
          <ac:spMkLst>
            <pc:docMk/>
            <pc:sldMk cId="648956514" sldId="273"/>
            <ac:spMk id="9" creationId="{40022F68-B6B9-776F-6DD2-576B80C48C3E}"/>
          </ac:spMkLst>
        </pc:spChg>
        <pc:spChg chg="mod">
          <ac:chgData name="Anjali Pandey" userId="8af83530bfb0d4d8" providerId="LiveId" clId="{0772A383-20A0-49B0-A1DE-16FAAD555BCB}" dt="2026-07-23T09:07:31.849" v="321" actId="688"/>
          <ac:spMkLst>
            <pc:docMk/>
            <pc:sldMk cId="648956514" sldId="273"/>
            <ac:spMk id="10" creationId="{2BF5FD5F-052C-62C9-2D31-449275C4033D}"/>
          </ac:spMkLst>
        </pc:spChg>
        <pc:spChg chg="mod">
          <ac:chgData name="Anjali Pandey" userId="8af83530bfb0d4d8" providerId="LiveId" clId="{0772A383-20A0-49B0-A1DE-16FAAD555BCB}" dt="2026-07-23T09:06:18.743" v="315" actId="14100"/>
          <ac:spMkLst>
            <pc:docMk/>
            <pc:sldMk cId="648956514" sldId="273"/>
            <ac:spMk id="11" creationId="{FDF57C38-728B-D7E9-432C-0BDE7A07F7D4}"/>
          </ac:spMkLst>
        </pc:spChg>
        <pc:spChg chg="mod">
          <ac:chgData name="Anjali Pandey" userId="8af83530bfb0d4d8" providerId="LiveId" clId="{0772A383-20A0-49B0-A1DE-16FAAD555BCB}" dt="2026-07-23T09:06:13.963" v="314" actId="1076"/>
          <ac:spMkLst>
            <pc:docMk/>
            <pc:sldMk cId="648956514" sldId="273"/>
            <ac:spMk id="12" creationId="{78EFCB14-5185-BC86-EAC6-47D4A997B559}"/>
          </ac:spMkLst>
        </pc:spChg>
        <pc:spChg chg="del">
          <ac:chgData name="Anjali Pandey" userId="8af83530bfb0d4d8" providerId="LiveId" clId="{0772A383-20A0-49B0-A1DE-16FAAD555BCB}" dt="2026-07-23T09:06:50.859" v="316" actId="21"/>
          <ac:spMkLst>
            <pc:docMk/>
            <pc:sldMk cId="648956514" sldId="273"/>
            <ac:spMk id="13" creationId="{BF06B118-CD45-1C1D-A633-F97DD44A4ABA}"/>
          </ac:spMkLst>
        </pc:spChg>
        <pc:spChg chg="mod">
          <ac:chgData name="Anjali Pandey" userId="8af83530bfb0d4d8" providerId="LiveId" clId="{0772A383-20A0-49B0-A1DE-16FAAD555BCB}" dt="2026-07-23T09:09:10.302" v="327" actId="14100"/>
          <ac:spMkLst>
            <pc:docMk/>
            <pc:sldMk cId="648956514" sldId="273"/>
            <ac:spMk id="14" creationId="{2593C4CF-A9FF-DA8A-BC52-34B38B3E6625}"/>
          </ac:spMkLst>
        </pc:spChg>
        <pc:spChg chg="mod">
          <ac:chgData name="Anjali Pandey" userId="8af83530bfb0d4d8" providerId="LiveId" clId="{0772A383-20A0-49B0-A1DE-16FAAD555BCB}" dt="2026-07-23T09:09:00.045" v="325" actId="1076"/>
          <ac:spMkLst>
            <pc:docMk/>
            <pc:sldMk cId="648956514" sldId="273"/>
            <ac:spMk id="15" creationId="{282F4AC0-9B60-E70A-6C4C-4096CF4A24B3}"/>
          </ac:spMkLst>
        </pc:spChg>
        <pc:spChg chg="del">
          <ac:chgData name="Anjali Pandey" userId="8af83530bfb0d4d8" providerId="LiveId" clId="{0772A383-20A0-49B0-A1DE-16FAAD555BCB}" dt="2026-07-23T09:09:04.264" v="326" actId="21"/>
          <ac:spMkLst>
            <pc:docMk/>
            <pc:sldMk cId="648956514" sldId="273"/>
            <ac:spMk id="16" creationId="{AEDCDA19-185A-D283-86D8-E78866CC745E}"/>
          </ac:spMkLst>
        </pc:spChg>
        <pc:graphicFrameChg chg="del">
          <ac:chgData name="Anjali Pandey" userId="8af83530bfb0d4d8" providerId="LiveId" clId="{0772A383-20A0-49B0-A1DE-16FAAD555BCB}" dt="2026-07-23T09:03:14.154" v="297" actId="21"/>
          <ac:graphicFrameMkLst>
            <pc:docMk/>
            <pc:sldMk cId="648956514" sldId="273"/>
            <ac:graphicFrameMk id="5" creationId="{B7A6FB94-4AB0-424A-C2BA-8188541CD768}"/>
          </ac:graphicFrameMkLst>
        </pc:graphicFrameChg>
        <pc:picChg chg="mod">
          <ac:chgData name="Anjali Pandey" userId="8af83530bfb0d4d8" providerId="LiveId" clId="{0772A383-20A0-49B0-A1DE-16FAAD555BCB}" dt="2026-07-23T09:07:20.939" v="319" actId="1076"/>
          <ac:picMkLst>
            <pc:docMk/>
            <pc:sldMk cId="648956514" sldId="273"/>
            <ac:picMk id="8" creationId="{B2E844E5-9540-EB7A-908E-43AE5DB43B38}"/>
          </ac:picMkLst>
        </pc:picChg>
        <pc:picChg chg="mod">
          <ac:chgData name="Anjali Pandey" userId="8af83530bfb0d4d8" providerId="LiveId" clId="{0772A383-20A0-49B0-A1DE-16FAAD555BCB}" dt="2026-07-23T09:06:03.538" v="311" actId="1076"/>
          <ac:picMkLst>
            <pc:docMk/>
            <pc:sldMk cId="648956514" sldId="273"/>
            <ac:picMk id="21" creationId="{4153EFCD-2F24-63B9-44DE-E2F323502C55}"/>
          </ac:picMkLst>
        </pc:picChg>
        <pc:picChg chg="add mod">
          <ac:chgData name="Anjali Pandey" userId="8af83530bfb0d4d8" providerId="LiveId" clId="{0772A383-20A0-49B0-A1DE-16FAAD555BCB}" dt="2026-07-23T09:09:47.029" v="332" actId="1076"/>
          <ac:picMkLst>
            <pc:docMk/>
            <pc:sldMk cId="648956514" sldId="273"/>
            <ac:picMk id="22" creationId="{60ECD4D7-F81C-0167-7497-F991CF821AB6}"/>
          </ac:picMkLst>
        </pc:picChg>
      </pc:sldChg>
      <pc:sldChg chg="addSp delSp modSp add mod">
        <pc:chgData name="Anjali Pandey" userId="8af83530bfb0d4d8" providerId="LiveId" clId="{0772A383-20A0-49B0-A1DE-16FAAD555BCB}" dt="2026-07-23T09:36:37.550" v="620" actId="1076"/>
        <pc:sldMkLst>
          <pc:docMk/>
          <pc:sldMk cId="3809854410" sldId="274"/>
        </pc:sldMkLst>
        <pc:spChg chg="del mod">
          <ac:chgData name="Anjali Pandey" userId="8af83530bfb0d4d8" providerId="LiveId" clId="{0772A383-20A0-49B0-A1DE-16FAAD555BCB}" dt="2026-07-23T09:24:11.198" v="512" actId="21"/>
          <ac:spMkLst>
            <pc:docMk/>
            <pc:sldMk cId="3809854410" sldId="274"/>
            <ac:spMk id="5" creationId="{DBF43E22-D4FC-82C4-29FE-8DCDF9D8C056}"/>
          </ac:spMkLst>
        </pc:spChg>
        <pc:spChg chg="mod ord">
          <ac:chgData name="Anjali Pandey" userId="8af83530bfb0d4d8" providerId="LiveId" clId="{0772A383-20A0-49B0-A1DE-16FAAD555BCB}" dt="2026-07-23T09:25:30.536" v="528" actId="1076"/>
          <ac:spMkLst>
            <pc:docMk/>
            <pc:sldMk cId="3809854410" sldId="274"/>
            <ac:spMk id="6" creationId="{09F808B3-3306-40C9-2FBE-B1851B7C980F}"/>
          </ac:spMkLst>
        </pc:spChg>
        <pc:spChg chg="mod ord">
          <ac:chgData name="Anjali Pandey" userId="8af83530bfb0d4d8" providerId="LiveId" clId="{0772A383-20A0-49B0-A1DE-16FAAD555BCB}" dt="2026-07-23T09:25:15.208" v="525" actId="1076"/>
          <ac:spMkLst>
            <pc:docMk/>
            <pc:sldMk cId="3809854410" sldId="274"/>
            <ac:spMk id="8" creationId="{84D422C7-CA7B-44FB-DC73-D01FF476A26A}"/>
          </ac:spMkLst>
        </pc:spChg>
        <pc:spChg chg="mod ord">
          <ac:chgData name="Anjali Pandey" userId="8af83530bfb0d4d8" providerId="LiveId" clId="{0772A383-20A0-49B0-A1DE-16FAAD555BCB}" dt="2026-07-23T09:25:26.322" v="527" actId="1076"/>
          <ac:spMkLst>
            <pc:docMk/>
            <pc:sldMk cId="3809854410" sldId="274"/>
            <ac:spMk id="9" creationId="{19972163-9392-E41F-1C92-D193352C9E9F}"/>
          </ac:spMkLst>
        </pc:spChg>
        <pc:spChg chg="del mod">
          <ac:chgData name="Anjali Pandey" userId="8af83530bfb0d4d8" providerId="LiveId" clId="{0772A383-20A0-49B0-A1DE-16FAAD555BCB}" dt="2026-07-23T09:21:24.674" v="481" actId="21"/>
          <ac:spMkLst>
            <pc:docMk/>
            <pc:sldMk cId="3809854410" sldId="274"/>
            <ac:spMk id="10" creationId="{B241250D-9639-0339-8D1E-D6D082E03DF4}"/>
          </ac:spMkLst>
        </pc:spChg>
        <pc:spChg chg="mod ord">
          <ac:chgData name="Anjali Pandey" userId="8af83530bfb0d4d8" providerId="LiveId" clId="{0772A383-20A0-49B0-A1DE-16FAAD555BCB}" dt="2026-07-23T09:25:36.996" v="530" actId="1076"/>
          <ac:spMkLst>
            <pc:docMk/>
            <pc:sldMk cId="3809854410" sldId="274"/>
            <ac:spMk id="11" creationId="{21EFDF8C-415D-93CC-07B7-26F51FA3A3FD}"/>
          </ac:spMkLst>
        </pc:spChg>
        <pc:spChg chg="mod ord">
          <ac:chgData name="Anjali Pandey" userId="8af83530bfb0d4d8" providerId="LiveId" clId="{0772A383-20A0-49B0-A1DE-16FAAD555BCB}" dt="2026-07-23T09:25:45.884" v="532" actId="1076"/>
          <ac:spMkLst>
            <pc:docMk/>
            <pc:sldMk cId="3809854410" sldId="274"/>
            <ac:spMk id="13" creationId="{1BF82F4B-1F38-0524-F880-848AFCB622F9}"/>
          </ac:spMkLst>
        </pc:spChg>
        <pc:spChg chg="mod ord">
          <ac:chgData name="Anjali Pandey" userId="8af83530bfb0d4d8" providerId="LiveId" clId="{0772A383-20A0-49B0-A1DE-16FAAD555BCB}" dt="2026-07-23T09:25:22.015" v="526" actId="1076"/>
          <ac:spMkLst>
            <pc:docMk/>
            <pc:sldMk cId="3809854410" sldId="274"/>
            <ac:spMk id="14" creationId="{0BCF48F7-5FD5-A55B-31F2-A012A562CE2A}"/>
          </ac:spMkLst>
        </pc:spChg>
        <pc:spChg chg="mod">
          <ac:chgData name="Anjali Pandey" userId="8af83530bfb0d4d8" providerId="LiveId" clId="{0772A383-20A0-49B0-A1DE-16FAAD555BCB}" dt="2026-07-23T09:19:36.487" v="462" actId="1076"/>
          <ac:spMkLst>
            <pc:docMk/>
            <pc:sldMk cId="3809854410" sldId="274"/>
            <ac:spMk id="15" creationId="{F9942EA2-B1B4-6554-8A6B-0BD5A0117786}"/>
          </ac:spMkLst>
        </pc:spChg>
        <pc:spChg chg="mod">
          <ac:chgData name="Anjali Pandey" userId="8af83530bfb0d4d8" providerId="LiveId" clId="{0772A383-20A0-49B0-A1DE-16FAAD555BCB}" dt="2026-07-23T09:19:52.918" v="464" actId="1076"/>
          <ac:spMkLst>
            <pc:docMk/>
            <pc:sldMk cId="3809854410" sldId="274"/>
            <ac:spMk id="16" creationId="{D6D20766-BCB0-8400-9D3A-96B9B450E7D3}"/>
          </ac:spMkLst>
        </pc:spChg>
        <pc:spChg chg="mod">
          <ac:chgData name="Anjali Pandey" userId="8af83530bfb0d4d8" providerId="LiveId" clId="{0772A383-20A0-49B0-A1DE-16FAAD555BCB}" dt="2026-07-23T09:20:18.861" v="467" actId="1076"/>
          <ac:spMkLst>
            <pc:docMk/>
            <pc:sldMk cId="3809854410" sldId="274"/>
            <ac:spMk id="18" creationId="{003E0679-6713-19B9-4B09-2AF0AE5E3A13}"/>
          </ac:spMkLst>
        </pc:spChg>
        <pc:spChg chg="mod">
          <ac:chgData name="Anjali Pandey" userId="8af83530bfb0d4d8" providerId="LiveId" clId="{0772A383-20A0-49B0-A1DE-16FAAD555BCB}" dt="2026-07-23T09:20:26.017" v="468" actId="1076"/>
          <ac:spMkLst>
            <pc:docMk/>
            <pc:sldMk cId="3809854410" sldId="274"/>
            <ac:spMk id="19" creationId="{D66FDBA0-A296-DAF4-833D-630CFB1F4181}"/>
          </ac:spMkLst>
        </pc:spChg>
        <pc:spChg chg="mod">
          <ac:chgData name="Anjali Pandey" userId="8af83530bfb0d4d8" providerId="LiveId" clId="{0772A383-20A0-49B0-A1DE-16FAAD555BCB}" dt="2026-07-23T09:20:31.235" v="469" actId="1076"/>
          <ac:spMkLst>
            <pc:docMk/>
            <pc:sldMk cId="3809854410" sldId="274"/>
            <ac:spMk id="20" creationId="{6F563FF6-572E-2A7B-3B87-95EDB0C6F23B}"/>
          </ac:spMkLst>
        </pc:spChg>
        <pc:spChg chg="mod">
          <ac:chgData name="Anjali Pandey" userId="8af83530bfb0d4d8" providerId="LiveId" clId="{0772A383-20A0-49B0-A1DE-16FAAD555BCB}" dt="2026-07-23T09:20:38.459" v="470" actId="1076"/>
          <ac:spMkLst>
            <pc:docMk/>
            <pc:sldMk cId="3809854410" sldId="274"/>
            <ac:spMk id="21" creationId="{09CDD997-7C86-7912-6BF5-02BC08EAF2BA}"/>
          </ac:spMkLst>
        </pc:spChg>
        <pc:spChg chg="add mod">
          <ac:chgData name="Anjali Pandey" userId="8af83530bfb0d4d8" providerId="LiveId" clId="{0772A383-20A0-49B0-A1DE-16FAAD555BCB}" dt="2026-07-23T09:27:05.357" v="546" actId="14100"/>
          <ac:spMkLst>
            <pc:docMk/>
            <pc:sldMk cId="3809854410" sldId="274"/>
            <ac:spMk id="29" creationId="{4AAE9621-6EAE-E342-6A11-1140A7B9D567}"/>
          </ac:spMkLst>
        </pc:spChg>
        <pc:spChg chg="add mod">
          <ac:chgData name="Anjali Pandey" userId="8af83530bfb0d4d8" providerId="LiveId" clId="{0772A383-20A0-49B0-A1DE-16FAAD555BCB}" dt="2026-07-23T09:25:02.373" v="522" actId="14100"/>
          <ac:spMkLst>
            <pc:docMk/>
            <pc:sldMk cId="3809854410" sldId="274"/>
            <ac:spMk id="31" creationId="{8DBDBAFB-A66A-00C6-F41B-9E24F0A88F6F}"/>
          </ac:spMkLst>
        </pc:spChg>
        <pc:spChg chg="add mod">
          <ac:chgData name="Anjali Pandey" userId="8af83530bfb0d4d8" providerId="LiveId" clId="{0772A383-20A0-49B0-A1DE-16FAAD555BCB}" dt="2026-07-23T09:28:11.460" v="589" actId="20577"/>
          <ac:spMkLst>
            <pc:docMk/>
            <pc:sldMk cId="3809854410" sldId="274"/>
            <ac:spMk id="33" creationId="{7E949BCF-1E43-00DB-F664-B17A89133204}"/>
          </ac:spMkLst>
        </pc:spChg>
        <pc:spChg chg="add mod">
          <ac:chgData name="Anjali Pandey" userId="8af83530bfb0d4d8" providerId="LiveId" clId="{0772A383-20A0-49B0-A1DE-16FAAD555BCB}" dt="2026-07-23T09:26:55.640" v="544" actId="1076"/>
          <ac:spMkLst>
            <pc:docMk/>
            <pc:sldMk cId="3809854410" sldId="274"/>
            <ac:spMk id="37" creationId="{E5C064B8-E978-5BC7-3882-CC9B4EDDBB3C}"/>
          </ac:spMkLst>
        </pc:spChg>
        <pc:spChg chg="add del">
          <ac:chgData name="Anjali Pandey" userId="8af83530bfb0d4d8" providerId="LiveId" clId="{0772A383-20A0-49B0-A1DE-16FAAD555BCB}" dt="2026-07-23T09:27:29.727" v="549" actId="21"/>
          <ac:spMkLst>
            <pc:docMk/>
            <pc:sldMk cId="3809854410" sldId="274"/>
            <ac:spMk id="39" creationId="{08034DAC-D6AA-847F-CDCD-8AAB7D09467A}"/>
          </ac:spMkLst>
        </pc:spChg>
        <pc:spChg chg="add del mod">
          <ac:chgData name="Anjali Pandey" userId="8af83530bfb0d4d8" providerId="LiveId" clId="{0772A383-20A0-49B0-A1DE-16FAAD555BCB}" dt="2026-07-23T09:28:45.611" v="592"/>
          <ac:spMkLst>
            <pc:docMk/>
            <pc:sldMk cId="3809854410" sldId="274"/>
            <ac:spMk id="40" creationId="{53FD0F24-D70D-8C71-E468-59BC6FACBA8A}"/>
          </ac:spMkLst>
        </pc:spChg>
        <pc:spChg chg="add mod">
          <ac:chgData name="Anjali Pandey" userId="8af83530bfb0d4d8" providerId="LiveId" clId="{0772A383-20A0-49B0-A1DE-16FAAD555BCB}" dt="2026-07-23T09:36:37.550" v="620" actId="1076"/>
          <ac:spMkLst>
            <pc:docMk/>
            <pc:sldMk cId="3809854410" sldId="274"/>
            <ac:spMk id="41" creationId="{8018A33B-6B21-C663-C847-EC071ED0893B}"/>
          </ac:spMkLst>
        </pc:spChg>
        <pc:picChg chg="mod ord">
          <ac:chgData name="Anjali Pandey" userId="8af83530bfb0d4d8" providerId="LiveId" clId="{0772A383-20A0-49B0-A1DE-16FAAD555BCB}" dt="2026-07-23T09:25:33.537" v="529" actId="1076"/>
          <ac:picMkLst>
            <pc:docMk/>
            <pc:sldMk cId="3809854410" sldId="274"/>
            <ac:picMk id="7" creationId="{CEACF613-C53F-111E-C625-ADCC51841E00}"/>
          </ac:picMkLst>
        </pc:picChg>
        <pc:picChg chg="mod ord">
          <ac:chgData name="Anjali Pandey" userId="8af83530bfb0d4d8" providerId="LiveId" clId="{0772A383-20A0-49B0-A1DE-16FAAD555BCB}" dt="2026-07-23T09:25:41.074" v="531" actId="1076"/>
          <ac:picMkLst>
            <pc:docMk/>
            <pc:sldMk cId="3809854410" sldId="274"/>
            <ac:picMk id="12" creationId="{11AD1A78-8824-97D7-3297-8796B236E3CA}"/>
          </ac:picMkLst>
        </pc:picChg>
        <pc:picChg chg="mod">
          <ac:chgData name="Anjali Pandey" userId="8af83530bfb0d4d8" providerId="LiveId" clId="{0772A383-20A0-49B0-A1DE-16FAAD555BCB}" dt="2026-07-23T09:19:56.659" v="465" actId="1076"/>
          <ac:picMkLst>
            <pc:docMk/>
            <pc:sldMk cId="3809854410" sldId="274"/>
            <ac:picMk id="17" creationId="{5A723D27-312D-5559-E37D-A42BB30A4414}"/>
          </ac:picMkLst>
        </pc:picChg>
        <pc:picChg chg="add mod ord">
          <ac:chgData name="Anjali Pandey" userId="8af83530bfb0d4d8" providerId="LiveId" clId="{0772A383-20A0-49B0-A1DE-16FAAD555BCB}" dt="2026-07-23T09:27:11.238" v="547" actId="1076"/>
          <ac:picMkLst>
            <pc:docMk/>
            <pc:sldMk cId="3809854410" sldId="274"/>
            <ac:picMk id="35" creationId="{F9945029-79B0-F710-7650-CB2ACECF9271}"/>
          </ac:picMkLst>
        </pc:picChg>
      </pc:sldChg>
      <pc:sldChg chg="addSp delSp modSp add mod">
        <pc:chgData name="Anjali Pandey" userId="8af83530bfb0d4d8" providerId="LiveId" clId="{0772A383-20A0-49B0-A1DE-16FAAD555BCB}" dt="2026-07-23T14:10:59.471" v="1113" actId="1076"/>
        <pc:sldMkLst>
          <pc:docMk/>
          <pc:sldMk cId="537768674" sldId="275"/>
        </pc:sldMkLst>
        <pc:spChg chg="del">
          <ac:chgData name="Anjali Pandey" userId="8af83530bfb0d4d8" providerId="LiveId" clId="{0772A383-20A0-49B0-A1DE-16FAAD555BCB}" dt="2026-07-23T13:44:50.360" v="951" actId="478"/>
          <ac:spMkLst>
            <pc:docMk/>
            <pc:sldMk cId="537768674" sldId="275"/>
            <ac:spMk id="5" creationId="{0A548277-71A7-CFE0-E44C-30761E587BEA}"/>
          </ac:spMkLst>
        </pc:spChg>
        <pc:spChg chg="del mod">
          <ac:chgData name="Anjali Pandey" userId="8af83530bfb0d4d8" providerId="LiveId" clId="{0772A383-20A0-49B0-A1DE-16FAAD555BCB}" dt="2026-07-23T13:42:23.607" v="948" actId="21"/>
          <ac:spMkLst>
            <pc:docMk/>
            <pc:sldMk cId="537768674" sldId="275"/>
            <ac:spMk id="7" creationId="{548B7D2A-C16E-908B-FECF-4C1E42C54394}"/>
          </ac:spMkLst>
        </pc:spChg>
        <pc:spChg chg="del">
          <ac:chgData name="Anjali Pandey" userId="8af83530bfb0d4d8" providerId="LiveId" clId="{0772A383-20A0-49B0-A1DE-16FAAD555BCB}" dt="2026-07-23T13:42:17.182" v="947" actId="478"/>
          <ac:spMkLst>
            <pc:docMk/>
            <pc:sldMk cId="537768674" sldId="275"/>
            <ac:spMk id="8" creationId="{1D259F46-4069-D802-DEBE-25D533E6EE3B}"/>
          </ac:spMkLst>
        </pc:spChg>
        <pc:spChg chg="del">
          <ac:chgData name="Anjali Pandey" userId="8af83530bfb0d4d8" providerId="LiveId" clId="{0772A383-20A0-49B0-A1DE-16FAAD555BCB}" dt="2026-07-23T13:44:46.821" v="950" actId="478"/>
          <ac:spMkLst>
            <pc:docMk/>
            <pc:sldMk cId="537768674" sldId="275"/>
            <ac:spMk id="9" creationId="{AE08967C-5EE8-0ADA-4BB2-EB3BC789C13F}"/>
          </ac:spMkLst>
        </pc:spChg>
        <pc:spChg chg="del">
          <ac:chgData name="Anjali Pandey" userId="8af83530bfb0d4d8" providerId="LiveId" clId="{0772A383-20A0-49B0-A1DE-16FAAD555BCB}" dt="2026-07-23T13:44:46.821" v="950" actId="478"/>
          <ac:spMkLst>
            <pc:docMk/>
            <pc:sldMk cId="537768674" sldId="275"/>
            <ac:spMk id="10" creationId="{8B2B6E31-AC5B-2B31-E88C-F63FBE4143FF}"/>
          </ac:spMkLst>
        </pc:spChg>
        <pc:spChg chg="del">
          <ac:chgData name="Anjali Pandey" userId="8af83530bfb0d4d8" providerId="LiveId" clId="{0772A383-20A0-49B0-A1DE-16FAAD555BCB}" dt="2026-07-23T13:42:17.182" v="947" actId="478"/>
          <ac:spMkLst>
            <pc:docMk/>
            <pc:sldMk cId="537768674" sldId="275"/>
            <ac:spMk id="11" creationId="{7153CC94-0C09-5935-41C0-D3F5F2809AD3}"/>
          </ac:spMkLst>
        </pc:spChg>
        <pc:spChg chg="del">
          <ac:chgData name="Anjali Pandey" userId="8af83530bfb0d4d8" providerId="LiveId" clId="{0772A383-20A0-49B0-A1DE-16FAAD555BCB}" dt="2026-07-23T13:42:17.182" v="947" actId="478"/>
          <ac:spMkLst>
            <pc:docMk/>
            <pc:sldMk cId="537768674" sldId="275"/>
            <ac:spMk id="12" creationId="{D0D98A28-E038-EE9F-C2BD-A8A490DA3E16}"/>
          </ac:spMkLst>
        </pc:spChg>
        <pc:spChg chg="del mod">
          <ac:chgData name="Anjali Pandey" userId="8af83530bfb0d4d8" providerId="LiveId" clId="{0772A383-20A0-49B0-A1DE-16FAAD555BCB}" dt="2026-07-23T13:44:46.821" v="950" actId="478"/>
          <ac:spMkLst>
            <pc:docMk/>
            <pc:sldMk cId="537768674" sldId="275"/>
            <ac:spMk id="13" creationId="{FE46140A-B0AA-B9B2-AC6C-573CD183BEE0}"/>
          </ac:spMkLst>
        </pc:spChg>
        <pc:spChg chg="del">
          <ac:chgData name="Anjali Pandey" userId="8af83530bfb0d4d8" providerId="LiveId" clId="{0772A383-20A0-49B0-A1DE-16FAAD555BCB}" dt="2026-07-23T13:44:46.821" v="950" actId="478"/>
          <ac:spMkLst>
            <pc:docMk/>
            <pc:sldMk cId="537768674" sldId="275"/>
            <ac:spMk id="14" creationId="{DF942379-772E-1173-E2B9-65BBC98F7B35}"/>
          </ac:spMkLst>
        </pc:spChg>
        <pc:spChg chg="del">
          <ac:chgData name="Anjali Pandey" userId="8af83530bfb0d4d8" providerId="LiveId" clId="{0772A383-20A0-49B0-A1DE-16FAAD555BCB}" dt="2026-07-23T13:42:17.182" v="947" actId="478"/>
          <ac:spMkLst>
            <pc:docMk/>
            <pc:sldMk cId="537768674" sldId="275"/>
            <ac:spMk id="15" creationId="{D915887B-1B48-09E0-0F6D-9E728638660E}"/>
          </ac:spMkLst>
        </pc:spChg>
        <pc:spChg chg="del">
          <ac:chgData name="Anjali Pandey" userId="8af83530bfb0d4d8" providerId="LiveId" clId="{0772A383-20A0-49B0-A1DE-16FAAD555BCB}" dt="2026-07-23T13:42:17.182" v="947" actId="478"/>
          <ac:spMkLst>
            <pc:docMk/>
            <pc:sldMk cId="537768674" sldId="275"/>
            <ac:spMk id="16" creationId="{A9AC4BD3-5D12-DEB0-38B1-CA1BA0FB0DC2}"/>
          </ac:spMkLst>
        </pc:spChg>
        <pc:spChg chg="del">
          <ac:chgData name="Anjali Pandey" userId="8af83530bfb0d4d8" providerId="LiveId" clId="{0772A383-20A0-49B0-A1DE-16FAAD555BCB}" dt="2026-07-23T13:44:46.821" v="950" actId="478"/>
          <ac:spMkLst>
            <pc:docMk/>
            <pc:sldMk cId="537768674" sldId="275"/>
            <ac:spMk id="17" creationId="{ECB88A0C-2B54-B51C-05AB-679F445A7DBA}"/>
          </ac:spMkLst>
        </pc:spChg>
        <pc:spChg chg="del">
          <ac:chgData name="Anjali Pandey" userId="8af83530bfb0d4d8" providerId="LiveId" clId="{0772A383-20A0-49B0-A1DE-16FAAD555BCB}" dt="2026-07-23T13:44:46.821" v="950" actId="478"/>
          <ac:spMkLst>
            <pc:docMk/>
            <pc:sldMk cId="537768674" sldId="275"/>
            <ac:spMk id="18" creationId="{92FA2F50-366F-874F-CC32-F6B70AEC1468}"/>
          </ac:spMkLst>
        </pc:spChg>
        <pc:spChg chg="del">
          <ac:chgData name="Anjali Pandey" userId="8af83530bfb0d4d8" providerId="LiveId" clId="{0772A383-20A0-49B0-A1DE-16FAAD555BCB}" dt="2026-07-23T13:42:17.182" v="947" actId="478"/>
          <ac:spMkLst>
            <pc:docMk/>
            <pc:sldMk cId="537768674" sldId="275"/>
            <ac:spMk id="19" creationId="{51260784-1B9C-D4F0-16B1-D852A8659223}"/>
          </ac:spMkLst>
        </pc:spChg>
        <pc:spChg chg="del">
          <ac:chgData name="Anjali Pandey" userId="8af83530bfb0d4d8" providerId="LiveId" clId="{0772A383-20A0-49B0-A1DE-16FAAD555BCB}" dt="2026-07-23T13:44:46.821" v="950" actId="478"/>
          <ac:spMkLst>
            <pc:docMk/>
            <pc:sldMk cId="537768674" sldId="275"/>
            <ac:spMk id="21" creationId="{C09D281D-6AB9-AA65-8C98-5976DF21D31A}"/>
          </ac:spMkLst>
        </pc:spChg>
        <pc:spChg chg="del">
          <ac:chgData name="Anjali Pandey" userId="8af83530bfb0d4d8" providerId="LiveId" clId="{0772A383-20A0-49B0-A1DE-16FAAD555BCB}" dt="2026-07-23T13:44:46.821" v="950" actId="478"/>
          <ac:spMkLst>
            <pc:docMk/>
            <pc:sldMk cId="537768674" sldId="275"/>
            <ac:spMk id="22" creationId="{388586D3-36A1-5BA1-BE84-474AD54A3026}"/>
          </ac:spMkLst>
        </pc:spChg>
        <pc:spChg chg="del">
          <ac:chgData name="Anjali Pandey" userId="8af83530bfb0d4d8" providerId="LiveId" clId="{0772A383-20A0-49B0-A1DE-16FAAD555BCB}" dt="2026-07-23T13:42:17.182" v="947" actId="478"/>
          <ac:spMkLst>
            <pc:docMk/>
            <pc:sldMk cId="537768674" sldId="275"/>
            <ac:spMk id="23" creationId="{FCAD66E1-48C7-4036-2470-73A119A4E114}"/>
          </ac:spMkLst>
        </pc:spChg>
        <pc:spChg chg="del">
          <ac:chgData name="Anjali Pandey" userId="8af83530bfb0d4d8" providerId="LiveId" clId="{0772A383-20A0-49B0-A1DE-16FAAD555BCB}" dt="2026-07-23T13:42:17.182" v="947" actId="478"/>
          <ac:spMkLst>
            <pc:docMk/>
            <pc:sldMk cId="537768674" sldId="275"/>
            <ac:spMk id="24" creationId="{3199C4BE-58A2-5415-5678-07E62DB5A7DC}"/>
          </ac:spMkLst>
        </pc:spChg>
        <pc:spChg chg="del">
          <ac:chgData name="Anjali Pandey" userId="8af83530bfb0d4d8" providerId="LiveId" clId="{0772A383-20A0-49B0-A1DE-16FAAD555BCB}" dt="2026-07-23T13:44:46.821" v="950" actId="478"/>
          <ac:spMkLst>
            <pc:docMk/>
            <pc:sldMk cId="537768674" sldId="275"/>
            <ac:spMk id="26" creationId="{8BDBCD8F-04D0-285B-0D7A-9BB496583F4D}"/>
          </ac:spMkLst>
        </pc:spChg>
        <pc:spChg chg="del">
          <ac:chgData name="Anjali Pandey" userId="8af83530bfb0d4d8" providerId="LiveId" clId="{0772A383-20A0-49B0-A1DE-16FAAD555BCB}" dt="2026-07-23T13:42:17.182" v="947" actId="478"/>
          <ac:spMkLst>
            <pc:docMk/>
            <pc:sldMk cId="537768674" sldId="275"/>
            <ac:spMk id="27" creationId="{7E9B78A3-707E-E088-6404-431515392327}"/>
          </ac:spMkLst>
        </pc:spChg>
        <pc:spChg chg="del">
          <ac:chgData name="Anjali Pandey" userId="8af83530bfb0d4d8" providerId="LiveId" clId="{0772A383-20A0-49B0-A1DE-16FAAD555BCB}" dt="2026-07-23T13:42:17.182" v="947" actId="478"/>
          <ac:spMkLst>
            <pc:docMk/>
            <pc:sldMk cId="537768674" sldId="275"/>
            <ac:spMk id="28" creationId="{0D42E499-C0FE-76BF-741F-3A4425DF5BDA}"/>
          </ac:spMkLst>
        </pc:spChg>
        <pc:spChg chg="del mod">
          <ac:chgData name="Anjali Pandey" userId="8af83530bfb0d4d8" providerId="LiveId" clId="{0772A383-20A0-49B0-A1DE-16FAAD555BCB}" dt="2026-07-23T13:44:46.821" v="950" actId="478"/>
          <ac:spMkLst>
            <pc:docMk/>
            <pc:sldMk cId="537768674" sldId="275"/>
            <ac:spMk id="33" creationId="{515792C2-86C5-DD1C-B40C-43F1673AEFA3}"/>
          </ac:spMkLst>
        </pc:spChg>
        <pc:spChg chg="del">
          <ac:chgData name="Anjali Pandey" userId="8af83530bfb0d4d8" providerId="LiveId" clId="{0772A383-20A0-49B0-A1DE-16FAAD555BCB}" dt="2026-07-23T13:42:57.039" v="949" actId="21"/>
          <ac:spMkLst>
            <pc:docMk/>
            <pc:sldMk cId="537768674" sldId="275"/>
            <ac:spMk id="35" creationId="{AA64B366-EF45-E3B2-DB87-03DCA0115AA8}"/>
          </ac:spMkLst>
        </pc:spChg>
        <pc:spChg chg="mod">
          <ac:chgData name="Anjali Pandey" userId="8af83530bfb0d4d8" providerId="LiveId" clId="{0772A383-20A0-49B0-A1DE-16FAAD555BCB}" dt="2026-07-23T14:02:10.127" v="1006" actId="1076"/>
          <ac:spMkLst>
            <pc:docMk/>
            <pc:sldMk cId="537768674" sldId="275"/>
            <ac:spMk id="36" creationId="{C5007B6D-FA41-CCDE-429C-3EDC80C9A711}"/>
          </ac:spMkLst>
        </pc:spChg>
        <pc:spChg chg="mod">
          <ac:chgData name="Anjali Pandey" userId="8af83530bfb0d4d8" providerId="LiveId" clId="{0772A383-20A0-49B0-A1DE-16FAAD555BCB}" dt="2026-07-23T14:10:32.216" v="1109" actId="2711"/>
          <ac:spMkLst>
            <pc:docMk/>
            <pc:sldMk cId="537768674" sldId="275"/>
            <ac:spMk id="37" creationId="{045CE188-5898-6B23-42FD-036EB6CF454D}"/>
          </ac:spMkLst>
        </pc:spChg>
        <pc:spChg chg="mod">
          <ac:chgData name="Anjali Pandey" userId="8af83530bfb0d4d8" providerId="LiveId" clId="{0772A383-20A0-49B0-A1DE-16FAAD555BCB}" dt="2026-07-23T14:10:47.825" v="1111" actId="207"/>
          <ac:spMkLst>
            <pc:docMk/>
            <pc:sldMk cId="537768674" sldId="275"/>
            <ac:spMk id="38" creationId="{15D5AF56-7D41-4820-9FBB-311477C207B4}"/>
          </ac:spMkLst>
        </pc:spChg>
        <pc:spChg chg="mod">
          <ac:chgData name="Anjali Pandey" userId="8af83530bfb0d4d8" providerId="LiveId" clId="{0772A383-20A0-49B0-A1DE-16FAAD555BCB}" dt="2026-07-23T14:10:59.471" v="1113" actId="1076"/>
          <ac:spMkLst>
            <pc:docMk/>
            <pc:sldMk cId="537768674" sldId="275"/>
            <ac:spMk id="39" creationId="{3E757F44-8425-DD99-8F7A-471220C7535A}"/>
          </ac:spMkLst>
        </pc:spChg>
        <pc:spChg chg="mod">
          <ac:chgData name="Anjali Pandey" userId="8af83530bfb0d4d8" providerId="LiveId" clId="{0772A383-20A0-49B0-A1DE-16FAAD555BCB}" dt="2026-07-23T14:10:52.674" v="1112" actId="207"/>
          <ac:spMkLst>
            <pc:docMk/>
            <pc:sldMk cId="537768674" sldId="275"/>
            <ac:spMk id="40" creationId="{9967EF68-AEAB-EA75-B506-1C032F985283}"/>
          </ac:spMkLst>
        </pc:spChg>
        <pc:spChg chg="mod">
          <ac:chgData name="Anjali Pandey" userId="8af83530bfb0d4d8" providerId="LiveId" clId="{0772A383-20A0-49B0-A1DE-16FAAD555BCB}" dt="2026-07-23T14:10:10.707" v="1107" actId="2711"/>
          <ac:spMkLst>
            <pc:docMk/>
            <pc:sldMk cId="537768674" sldId="275"/>
            <ac:spMk id="41" creationId="{B117379A-3A0A-F22C-CA9E-453E196C5700}"/>
          </ac:spMkLst>
        </pc:spChg>
        <pc:spChg chg="mod">
          <ac:chgData name="Anjali Pandey" userId="8af83530bfb0d4d8" providerId="LiveId" clId="{0772A383-20A0-49B0-A1DE-16FAAD555BCB}" dt="2026-07-23T14:10:40.938" v="1110" actId="207"/>
          <ac:spMkLst>
            <pc:docMk/>
            <pc:sldMk cId="537768674" sldId="275"/>
            <ac:spMk id="42" creationId="{B0F75DE2-3D6D-4052-49E5-AA786560B4A0}"/>
          </ac:spMkLst>
        </pc:spChg>
        <pc:spChg chg="add mod">
          <ac:chgData name="Anjali Pandey" userId="8af83530bfb0d4d8" providerId="LiveId" clId="{0772A383-20A0-49B0-A1DE-16FAAD555BCB}" dt="2026-07-23T14:10:00.942" v="1106" actId="2711"/>
          <ac:spMkLst>
            <pc:docMk/>
            <pc:sldMk cId="537768674" sldId="275"/>
            <ac:spMk id="46" creationId="{249E130E-26E2-2B59-CA29-268B4CA288EF}"/>
          </ac:spMkLst>
        </pc:spChg>
        <pc:spChg chg="add mod">
          <ac:chgData name="Anjali Pandey" userId="8af83530bfb0d4d8" providerId="LiveId" clId="{0772A383-20A0-49B0-A1DE-16FAAD555BCB}" dt="2026-07-23T14:09:41.092" v="1105" actId="255"/>
          <ac:spMkLst>
            <pc:docMk/>
            <pc:sldMk cId="537768674" sldId="275"/>
            <ac:spMk id="48" creationId="{05A3F0F9-2D35-8EB2-8800-5ADA99A4D5A8}"/>
          </ac:spMkLst>
        </pc:spChg>
      </pc:sldChg>
    </pc:docChg>
  </pc:docChgLst>
</pc:chgInfo>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title>
      <c:tx>
        <c:rich>
          <a:bodyPr/>
          <a:lstStyle/>
          <a:p>
            <a:pPr>
              <a:defRPr sz="1300" b="0" i="0" u="none" strike="noStrike">
                <a:solidFill>
                  <a:srgbClr val="1E2761"/>
                </a:solidFill>
                <a:latin typeface="Cambria"/>
              </a:defRPr>
            </a:pPr>
            <a:r>
              <a:rPr lang="en-US" sz="1300" b="0" i="0" u="none" strike="noStrike">
                <a:solidFill>
                  <a:srgbClr val="1E2761"/>
                </a:solidFill>
                <a:latin typeface="Cambria"/>
              </a:rPr>
              <a:t>Linear SVM — Test Set Metrics (%)</a:t>
            </a:r>
          </a:p>
        </c:rich>
      </c:tx>
      <c:overlay val="0"/>
    </c:title>
    <c:autoTitleDeleted val="0"/>
    <c:plotArea>
      <c:layout/>
      <c:barChart>
        <c:barDir val="col"/>
        <c:grouping val="clustered"/>
        <c:varyColors val="0"/>
        <c:ser>
          <c:idx val="0"/>
          <c:order val="0"/>
          <c:tx>
            <c:strRef>
              <c:f>Sheet1!$B$1</c:f>
              <c:strCache>
                <c:ptCount val="1"/>
                <c:pt idx="0">
                  <c:v>Linear SVM</c:v>
                </c:pt>
              </c:strCache>
            </c:strRef>
          </c:tx>
          <c:spPr>
            <a:solidFill>
              <a:srgbClr val="1E2761"/>
            </a:solidFill>
            <a:effectLst/>
          </c:spPr>
          <c:invertIfNegative val="0"/>
          <c:dLbls>
            <c:numFmt formatCode="0.0&quot;%&quot;" sourceLinked="0"/>
            <c:spPr>
              <a:noFill/>
              <a:ln>
                <a:noFill/>
              </a:ln>
              <a:effectLst/>
            </c:spPr>
            <c:txPr>
              <a:bodyPr/>
              <a:lstStyle/>
              <a:p>
                <a:pPr>
                  <a:defRPr sz="1100" b="0" i="0" u="none" strike="noStrike">
                    <a:solidFill>
                      <a:srgbClr val="1E2761"/>
                    </a:solidFill>
                    <a:latin typeface="Arial"/>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Sheet1!$A$2:$A$5</c:f>
              <c:strCache>
                <c:ptCount val="4"/>
                <c:pt idx="0">
                  <c:v>Accuracy</c:v>
                </c:pt>
                <c:pt idx="1">
                  <c:v>Precision</c:v>
                </c:pt>
                <c:pt idx="2">
                  <c:v>Recall</c:v>
                </c:pt>
                <c:pt idx="3">
                  <c:v>F1 Score</c:v>
                </c:pt>
              </c:strCache>
            </c:strRef>
          </c:cat>
          <c:val>
            <c:numRef>
              <c:f>Sheet1!$B$2:$B$5</c:f>
              <c:numCache>
                <c:formatCode>General</c:formatCode>
                <c:ptCount val="4"/>
                <c:pt idx="0">
                  <c:v>97.85</c:v>
                </c:pt>
                <c:pt idx="1">
                  <c:v>74</c:v>
                </c:pt>
                <c:pt idx="2">
                  <c:v>85.55</c:v>
                </c:pt>
                <c:pt idx="3">
                  <c:v>79.36</c:v>
                </c:pt>
              </c:numCache>
            </c:numRef>
          </c:val>
          <c:extLst>
            <c:ext xmlns:c16="http://schemas.microsoft.com/office/drawing/2014/chart" uri="{C3380CC4-5D6E-409C-BE32-E72D297353CC}">
              <c16:uniqueId val="{00000000-9962-4416-B41E-EC0692513DD4}"/>
            </c:ext>
          </c:extLst>
        </c:ser>
        <c:dLbls>
          <c:showLegendKey val="0"/>
          <c:showVal val="1"/>
          <c:showCatName val="0"/>
          <c:showSerName val="0"/>
          <c:showPercent val="0"/>
          <c:showBubbleSize val="0"/>
        </c:dLbls>
        <c:gapWidth val="150"/>
        <c:axId val="2094734554"/>
        <c:axId val="2094734552"/>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100" b="0" i="0" u="none" strike="noStrike">
                <a:solidFill>
                  <a:srgbClr val="36454F"/>
                </a:solidFill>
                <a:latin typeface="Arial"/>
              </a:defRPr>
            </a:pPr>
            <a:endParaRPr lang="en-US"/>
          </a:p>
        </c:txPr>
        <c:crossAx val="2094734552"/>
        <c:crosses val="autoZero"/>
        <c:auto val="1"/>
        <c:lblAlgn val="ctr"/>
        <c:lblOffset val="100"/>
        <c:noMultiLvlLbl val="1"/>
      </c:catAx>
      <c:valAx>
        <c:axId val="2094734552"/>
        <c:scaling>
          <c:orientation val="minMax"/>
          <c:max val="100"/>
          <c:min val="0"/>
        </c:scaling>
        <c:delete val="0"/>
        <c:axPos val="l"/>
        <c:majorGridlines>
          <c:spPr>
            <a:ln w="9525" cap="flat">
              <a:solidFill>
                <a:srgbClr val="E2E8F0"/>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000" b="0" i="0" u="none" strike="noStrike">
                <a:solidFill>
                  <a:srgbClr val="36454F"/>
                </a:solidFill>
                <a:latin typeface="Arial"/>
              </a:defRPr>
            </a:pPr>
            <a:endParaRPr lang="en-US"/>
          </a:p>
        </c:txPr>
        <c:crossAx val="2094734554"/>
        <c:crosses val="autoZero"/>
        <c:crossBetween val="between"/>
      </c:valAx>
      <c:spPr>
        <a:noFill/>
        <a:ln>
          <a:noFill/>
        </a:ln>
        <a:effectLst/>
      </c:spPr>
    </c:plotArea>
    <c:plotVisOnly val="1"/>
    <c:dispBlanksAs val="span"/>
    <c:showDLblsOverMax val="1"/>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09640375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Greet the panel and introduce the project by name. State that it detects fraudulent job postings using Machine Learning and NLP, and that the final model deployed is a Linear SVM. Mention your name and department briefly before moving on.</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Explain recruitment fraud in simple terms — fake job ads that trick applicants into paying fees or sharing personal data. Emphasize why this matters at scale on job portals, then summarize the project as an ML+NLP pipeline ending in a deployed Streamlit app.</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through why manual moderation fails at scale, then state the objectives: build an accurate classifier, apply NLP to the text, and ship it as a usable web application. Keep this slide brief — it's the motivation, not the detail.</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Describe the dataset briefly: sourced from Kaggle, 17,880 total postings, with 17,014 genuine and 866 fraudulent. Point out the class imbalance and explain that it's an important factor for model evaluation later.</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through the methodology pipeline left to right: data collection, cleaning, EDA, text preprocessing, TF-IDF, model training, evaluation, and deployment. Keep to one sentence per stage.</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60B0BE3-1F99-D614-5B21-32D7036E039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761D37E-CDD8-F163-507B-534C9C62297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A63DAAB-28C2-BF54-75D3-0E614C47D2FB}"/>
              </a:ext>
            </a:extLst>
          </p:cNvPr>
          <p:cNvSpPr>
            <a:spLocks noGrp="1"/>
          </p:cNvSpPr>
          <p:nvPr>
            <p:ph type="body" idx="1"/>
          </p:nvPr>
        </p:nvSpPr>
        <p:spPr/>
        <p:txBody>
          <a:bodyPr/>
          <a:lstStyle/>
          <a:p>
            <a:r>
              <a:rPr lang="en-US" dirty="0"/>
              <a:t>Walk through the methodology pipeline left to right: data collection, cleaning, EDA, text preprocessing, TF-IDF, model training, evaluation, and deployment. Keep to one sentence per stage.</a:t>
            </a:r>
          </a:p>
        </p:txBody>
      </p:sp>
      <p:sp>
        <p:nvSpPr>
          <p:cNvPr id="4" name="Slide Number Placeholder 3">
            <a:extLst>
              <a:ext uri="{FF2B5EF4-FFF2-40B4-BE49-F238E27FC236}">
                <a16:creationId xmlns:a16="http://schemas.microsoft.com/office/drawing/2014/main" id="{F0D5ECBB-4249-ED45-D42A-70E04945F26B}"/>
              </a:ext>
            </a:extLst>
          </p:cNvPr>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743070648"/>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Explain each NLP step briefly in order: tokenization breaks text into words, stopword removal strips noise, lemmatization normalizes word forms, TF-IDF weights importance, and the result feeds feature extraction for the model.</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267C996-8D3E-02BC-30FD-F473CFA8EA7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3CD0E03-316D-E72D-5E51-E3EB254585A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A02CF2C-80A7-554D-4DAE-EF7354D5AFD2}"/>
              </a:ext>
            </a:extLst>
          </p:cNvPr>
          <p:cNvSpPr>
            <a:spLocks noGrp="1"/>
          </p:cNvSpPr>
          <p:nvPr>
            <p:ph type="body" idx="1"/>
          </p:nvPr>
        </p:nvSpPr>
        <p:spPr/>
        <p:txBody>
          <a:bodyPr/>
          <a:lstStyle/>
          <a:p>
            <a:r>
              <a:rPr lang="en-US" dirty="0"/>
              <a:t>Introduce the three models compared: Logistic Regression as a baseline, Random Forest as an ensemble method, and Linear SVM. State clearly that Linear SVM was selected as the final model because it performed best overall.</a:t>
            </a:r>
          </a:p>
        </p:txBody>
      </p:sp>
      <p:sp>
        <p:nvSpPr>
          <p:cNvPr id="4" name="Slide Number Placeholder 3">
            <a:extLst>
              <a:ext uri="{FF2B5EF4-FFF2-40B4-BE49-F238E27FC236}">
                <a16:creationId xmlns:a16="http://schemas.microsoft.com/office/drawing/2014/main" id="{B78A2DC4-A740-6BCA-2741-F85DB9703651}"/>
              </a:ext>
            </a:extLst>
          </p:cNvPr>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2760296423"/>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 the evaluation metrics for the Linear SVM model on the chart. Mention that precision and recall matter especially due to class imbalance. Note that the confusion matrix, classification report, and ROC curve placeholders should be filled with your actual results before the viva.</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90B99F7-C91C-112E-E46C-C582F6D9A1E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34658DB-5DB6-7A87-83B4-91E1CFE2866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CD2DAB1-AC83-71F0-0ECE-74E2A0D5738C}"/>
              </a:ext>
            </a:extLst>
          </p:cNvPr>
          <p:cNvSpPr>
            <a:spLocks noGrp="1"/>
          </p:cNvSpPr>
          <p:nvPr>
            <p:ph type="body" idx="1"/>
          </p:nvPr>
        </p:nvSpPr>
        <p:spPr/>
        <p:txBody>
          <a:bodyPr/>
          <a:lstStyle/>
          <a:p>
            <a:r>
              <a:rPr lang="en-US" dirty="0"/>
              <a:t>Present the evaluation metrics for the Linear SVM model on the chart. Mention that precision and recall matter especially due to class imbalance. Note that the confusion matrix, classification report, and ROC curve placeholders should be filled with your actual results before the viva.</a:t>
            </a:r>
          </a:p>
        </p:txBody>
      </p:sp>
      <p:sp>
        <p:nvSpPr>
          <p:cNvPr id="4" name="Slide Number Placeholder 3">
            <a:extLst>
              <a:ext uri="{FF2B5EF4-FFF2-40B4-BE49-F238E27FC236}">
                <a16:creationId xmlns:a16="http://schemas.microsoft.com/office/drawing/2014/main" id="{5E3CCB15-5A3A-8FEC-548F-78E651CEC211}"/>
              </a:ext>
            </a:extLst>
          </p:cNvPr>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2013913475"/>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through the system architecture flow: the user submits a posting through the Streamlit UI, it's processed and passed through NLP preprocessing and the TF-IDF vectorizer, then classified by the Linear SVM model, producing a prediction, AI insights, and a PDF report.</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Show the actual application screenshots here — replace each placeholder with a screenshot of the Home Page, Dashboard, Prediction Page, AI Insights, Model Performance, and PDF Report before your viva.</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D996A65-2CD9-86E7-CCAE-7C5AF92B3DB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2F369DB-E40A-AEA0-72A9-1A9018BC150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70962F3-B8DA-CDD3-2D4D-A3846E70C4F8}"/>
              </a:ext>
            </a:extLst>
          </p:cNvPr>
          <p:cNvSpPr>
            <a:spLocks noGrp="1"/>
          </p:cNvSpPr>
          <p:nvPr>
            <p:ph type="body" idx="1"/>
          </p:nvPr>
        </p:nvSpPr>
        <p:spPr/>
        <p:txBody>
          <a:bodyPr/>
          <a:lstStyle/>
          <a:p>
            <a:r>
              <a:rPr lang="en-US" dirty="0"/>
              <a:t>Show the actual application screenshots here — replace each placeholder with a screenshot of the Home Page, Dashboard, Prediction Page, AI Insights, Model Performance, and PDF Report before your viva.</a:t>
            </a:r>
          </a:p>
        </p:txBody>
      </p:sp>
      <p:sp>
        <p:nvSpPr>
          <p:cNvPr id="4" name="Slide Number Placeholder 3">
            <a:extLst>
              <a:ext uri="{FF2B5EF4-FFF2-40B4-BE49-F238E27FC236}">
                <a16:creationId xmlns:a16="http://schemas.microsoft.com/office/drawing/2014/main" id="{5CF62EB9-7D86-9A6B-76D6-16C5CA0F42FE}"/>
              </a:ext>
            </a:extLst>
          </p:cNvPr>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945809562"/>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98C2261-FD76-BBD3-79F1-D26C73E00AF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EFDED97-8B90-9F68-54D6-5D9E8AC3C21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EFA8017-CB92-537E-C908-6A192401F905}"/>
              </a:ext>
            </a:extLst>
          </p:cNvPr>
          <p:cNvSpPr>
            <a:spLocks noGrp="1"/>
          </p:cNvSpPr>
          <p:nvPr>
            <p:ph type="body" idx="1"/>
          </p:nvPr>
        </p:nvSpPr>
        <p:spPr/>
        <p:txBody>
          <a:bodyPr/>
          <a:lstStyle/>
          <a:p>
            <a:r>
              <a:rPr lang="en-US" dirty="0"/>
              <a:t>Show the actual application screenshots here — replace each placeholder with a screenshot of the Home Page, Dashboard, Prediction Page, AI Insights, Model Performance, and PDF Report before your viva.</a:t>
            </a:r>
          </a:p>
        </p:txBody>
      </p:sp>
      <p:sp>
        <p:nvSpPr>
          <p:cNvPr id="4" name="Slide Number Placeholder 3">
            <a:extLst>
              <a:ext uri="{FF2B5EF4-FFF2-40B4-BE49-F238E27FC236}">
                <a16:creationId xmlns:a16="http://schemas.microsoft.com/office/drawing/2014/main" id="{010E5440-F8AB-F05D-E8DB-FD475960E18D}"/>
              </a:ext>
            </a:extLst>
          </p:cNvPr>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407971012"/>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Highlight the key features of the deployed application: fraud detection, NLP-based analysis, the interactive dashboard, AI insights, PDF report generation, confidence scores, and the user-friendly interface.</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Discuss future improvements briefly: deep learning models, transformer-based NLP like BERT, real-time API integration, cloud deployment, a mobile app, and explainable AI enhancements. Frame these as natural next steps, not current gaps.</a:t>
            </a:r>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Summarize what the project achieved, what you personally learned, and why it matters practically — protecting job seekers and building trust in recruitment platforms. Keep this concise and confident.</a:t>
            </a:r>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Thank the panel for their time and invite questions. Pause here and be ready to discuss any slide in more depth if asked.</a:t>
            </a:r>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1.xml"/><Relationship Id="rId4" Type="http://schemas.openxmlformats.org/officeDocument/2006/relationships/image" Target="../media/image3.png"/></Relationships>
</file>

<file path=ppt/slides/_rels/slide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3.xml"/><Relationship Id="rId1" Type="http://schemas.openxmlformats.org/officeDocument/2006/relationships/slideLayout" Target="../slideLayouts/slideLayout1.xml"/><Relationship Id="rId5" Type="http://schemas.openxmlformats.org/officeDocument/2006/relationships/image" Target="../media/image6.png"/><Relationship Id="rId4" Type="http://schemas.openxmlformats.org/officeDocument/2006/relationships/image" Target="../media/image5.png"/></Relationships>
</file>

<file path=ppt/slides/_rels/slide4.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4.xml"/><Relationship Id="rId1" Type="http://schemas.openxmlformats.org/officeDocument/2006/relationships/slideLayout" Target="../slideLayouts/slideLayout1.xml"/><Relationship Id="rId4" Type="http://schemas.openxmlformats.org/officeDocument/2006/relationships/image" Target="../media/image8.png"/></Relationships>
</file>

<file path=ppt/slides/_rels/slide5.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8" Type="http://schemas.openxmlformats.org/officeDocument/2006/relationships/image" Target="../media/image15.png"/><Relationship Id="rId3" Type="http://schemas.openxmlformats.org/officeDocument/2006/relationships/image" Target="../media/image10.png"/><Relationship Id="rId7" Type="http://schemas.openxmlformats.org/officeDocument/2006/relationships/image" Target="../media/image14.png"/><Relationship Id="rId2" Type="http://schemas.openxmlformats.org/officeDocument/2006/relationships/notesSlide" Target="../notesSlides/notesSlide7.xml"/><Relationship Id="rId1" Type="http://schemas.openxmlformats.org/officeDocument/2006/relationships/slideLayout" Target="../slideLayouts/slideLayout1.xml"/><Relationship Id="rId6" Type="http://schemas.openxmlformats.org/officeDocument/2006/relationships/image" Target="../media/image13.png"/><Relationship Id="rId5" Type="http://schemas.openxmlformats.org/officeDocument/2006/relationships/image" Target="../media/image12.png"/><Relationship Id="rId4" Type="http://schemas.openxmlformats.org/officeDocument/2006/relationships/image" Target="../media/image11.png"/></Relationships>
</file>

<file path=ppt/slides/_rels/slide8.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8.xml"/><Relationship Id="rId1" Type="http://schemas.openxmlformats.org/officeDocument/2006/relationships/slideLayout" Target="../slideLayouts/slideLayout1.xml"/><Relationship Id="rId5" Type="http://schemas.openxmlformats.org/officeDocument/2006/relationships/image" Target="../media/image6.png"/><Relationship Id="rId4" Type="http://schemas.openxmlformats.org/officeDocument/2006/relationships/image" Target="../media/image3.png"/></Relationships>
</file>

<file path=ppt/slides/_rels/slide9.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9.xml"/><Relationship Id="rId1" Type="http://schemas.openxmlformats.org/officeDocument/2006/relationships/slideLayout" Target="../slideLayouts/slideLayout1.xml"/><Relationship Id="rId5" Type="http://schemas.openxmlformats.org/officeDocument/2006/relationships/image" Target="../media/image16.png"/><Relationship Id="rId4" Type="http://schemas.openxmlformats.org/officeDocument/2006/relationships/chart" Target="../charts/chart1.xml"/></Relationships>
</file>

<file path=ppt/slides/_rels/slide10.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0.xml"/><Relationship Id="rId1" Type="http://schemas.openxmlformats.org/officeDocument/2006/relationships/slideLayout" Target="../slideLayouts/slideLayout1.xml"/><Relationship Id="rId6" Type="http://schemas.openxmlformats.org/officeDocument/2006/relationships/image" Target="../media/image18.png"/><Relationship Id="rId5" Type="http://schemas.openxmlformats.org/officeDocument/2006/relationships/image" Target="../media/image17.png"/><Relationship Id="rId4" Type="http://schemas.openxmlformats.org/officeDocument/2006/relationships/image" Target="../media/image16.png"/></Relationships>
</file>

<file path=ppt/slides/_rels/slide11.xml.rels><?xml version="1.0" encoding="UTF-8" standalone="yes"?>
<Relationships xmlns="http://schemas.openxmlformats.org/package/2006/relationships"><Relationship Id="rId8" Type="http://schemas.openxmlformats.org/officeDocument/2006/relationships/image" Target="../media/image3.png"/><Relationship Id="rId3" Type="http://schemas.openxmlformats.org/officeDocument/2006/relationships/image" Target="../media/image19.png"/><Relationship Id="rId7" Type="http://schemas.openxmlformats.org/officeDocument/2006/relationships/image" Target="../media/image22.png"/><Relationship Id="rId2" Type="http://schemas.openxmlformats.org/officeDocument/2006/relationships/notesSlide" Target="../notesSlides/notesSlide11.xml"/><Relationship Id="rId1" Type="http://schemas.openxmlformats.org/officeDocument/2006/relationships/slideLayout" Target="../slideLayouts/slideLayout1.xml"/><Relationship Id="rId6" Type="http://schemas.openxmlformats.org/officeDocument/2006/relationships/image" Target="../media/image21.png"/><Relationship Id="rId11" Type="http://schemas.openxmlformats.org/officeDocument/2006/relationships/image" Target="../media/image25.png"/><Relationship Id="rId5" Type="http://schemas.openxmlformats.org/officeDocument/2006/relationships/image" Target="../media/image8.png"/><Relationship Id="rId10" Type="http://schemas.openxmlformats.org/officeDocument/2006/relationships/image" Target="../media/image24.png"/><Relationship Id="rId4" Type="http://schemas.openxmlformats.org/officeDocument/2006/relationships/image" Target="../media/image20.png"/><Relationship Id="rId9" Type="http://schemas.openxmlformats.org/officeDocument/2006/relationships/image" Target="../media/image23.png"/></Relationships>
</file>

<file path=ppt/slides/_rels/slide12.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12.xml"/><Relationship Id="rId1" Type="http://schemas.openxmlformats.org/officeDocument/2006/relationships/slideLayout" Target="../slideLayouts/slideLayout1.xml"/><Relationship Id="rId5" Type="http://schemas.openxmlformats.org/officeDocument/2006/relationships/image" Target="../media/image28.png"/><Relationship Id="rId4" Type="http://schemas.openxmlformats.org/officeDocument/2006/relationships/image" Target="../media/image27.png"/></Relationships>
</file>

<file path=ppt/slides/_rels/slide13.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13.xml"/><Relationship Id="rId1" Type="http://schemas.openxmlformats.org/officeDocument/2006/relationships/slideLayout" Target="../slideLayouts/slideLayout1.xml"/><Relationship Id="rId5" Type="http://schemas.openxmlformats.org/officeDocument/2006/relationships/image" Target="../media/image30.png"/><Relationship Id="rId4" Type="http://schemas.openxmlformats.org/officeDocument/2006/relationships/image" Target="../media/image29.png"/></Relationships>
</file>

<file path=ppt/slides/_rels/slide14.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14.xml"/><Relationship Id="rId1" Type="http://schemas.openxmlformats.org/officeDocument/2006/relationships/slideLayout" Target="../slideLayouts/slideLayout1.xml"/><Relationship Id="rId5" Type="http://schemas.openxmlformats.org/officeDocument/2006/relationships/image" Target="../media/image32.png"/><Relationship Id="rId4" Type="http://schemas.openxmlformats.org/officeDocument/2006/relationships/image" Target="../media/image31.png"/></Relationships>
</file>

<file path=ppt/slides/_rels/slide15.xml.rels><?xml version="1.0" encoding="UTF-8" standalone="yes"?>
<Relationships xmlns="http://schemas.openxmlformats.org/package/2006/relationships"><Relationship Id="rId8" Type="http://schemas.openxmlformats.org/officeDocument/2006/relationships/image" Target="../media/image5.png"/><Relationship Id="rId3" Type="http://schemas.openxmlformats.org/officeDocument/2006/relationships/image" Target="../media/image33.png"/><Relationship Id="rId7" Type="http://schemas.openxmlformats.org/officeDocument/2006/relationships/image" Target="../media/image35.png"/><Relationship Id="rId2" Type="http://schemas.openxmlformats.org/officeDocument/2006/relationships/notesSlide" Target="../notesSlides/notesSlide15.xml"/><Relationship Id="rId1" Type="http://schemas.openxmlformats.org/officeDocument/2006/relationships/slideLayout" Target="../slideLayouts/slideLayout1.xml"/><Relationship Id="rId6" Type="http://schemas.openxmlformats.org/officeDocument/2006/relationships/image" Target="../media/image14.png"/><Relationship Id="rId5" Type="http://schemas.openxmlformats.org/officeDocument/2006/relationships/image" Target="../media/image10.png"/><Relationship Id="rId4" Type="http://schemas.openxmlformats.org/officeDocument/2006/relationships/image" Target="../media/image34.png"/><Relationship Id="rId9" Type="http://schemas.openxmlformats.org/officeDocument/2006/relationships/image" Target="../media/image26.png"/></Relationships>
</file>

<file path=ppt/slides/_rels/slide16.xml.rels><?xml version="1.0" encoding="UTF-8" standalone="yes"?>
<Relationships xmlns="http://schemas.openxmlformats.org/package/2006/relationships"><Relationship Id="rId8" Type="http://schemas.openxmlformats.org/officeDocument/2006/relationships/image" Target="../media/image38.png"/><Relationship Id="rId3" Type="http://schemas.openxmlformats.org/officeDocument/2006/relationships/image" Target="../media/image36.png"/><Relationship Id="rId7" Type="http://schemas.openxmlformats.org/officeDocument/2006/relationships/image" Target="../media/image37.png"/><Relationship Id="rId2" Type="http://schemas.openxmlformats.org/officeDocument/2006/relationships/notesSlide" Target="../notesSlides/notesSlide16.xml"/><Relationship Id="rId1" Type="http://schemas.openxmlformats.org/officeDocument/2006/relationships/slideLayout" Target="../slideLayouts/slideLayout1.xml"/><Relationship Id="rId6" Type="http://schemas.openxmlformats.org/officeDocument/2006/relationships/image" Target="../media/image9.png"/><Relationship Id="rId5" Type="http://schemas.openxmlformats.org/officeDocument/2006/relationships/image" Target="../media/image10.png"/><Relationship Id="rId4" Type="http://schemas.openxmlformats.org/officeDocument/2006/relationships/image" Target="../media/image15.png"/><Relationship Id="rId9" Type="http://schemas.openxmlformats.org/officeDocument/2006/relationships/image" Target="../media/image33.png"/></Relationships>
</file>

<file path=ppt/slides/_rels/slide17.xml.rels><?xml version="1.0" encoding="UTF-8" standalone="yes"?>
<Relationships xmlns="http://schemas.openxmlformats.org/package/2006/relationships"><Relationship Id="rId3" Type="http://schemas.openxmlformats.org/officeDocument/2006/relationships/image" Target="../media/image39.png"/><Relationship Id="rId7" Type="http://schemas.openxmlformats.org/officeDocument/2006/relationships/image" Target="../media/image2.png"/><Relationship Id="rId2" Type="http://schemas.openxmlformats.org/officeDocument/2006/relationships/notesSlide" Target="../notesSlides/notesSlide17.xml"/><Relationship Id="rId1" Type="http://schemas.openxmlformats.org/officeDocument/2006/relationships/slideLayout" Target="../slideLayouts/slideLayout1.xml"/><Relationship Id="rId6" Type="http://schemas.openxmlformats.org/officeDocument/2006/relationships/image" Target="../media/image34.png"/><Relationship Id="rId5" Type="http://schemas.openxmlformats.org/officeDocument/2006/relationships/image" Target="../media/image11.png"/><Relationship Id="rId4" Type="http://schemas.openxmlformats.org/officeDocument/2006/relationships/image" Target="../media/image6.png"/></Relationships>
</file>

<file path=ppt/slides/_rels/slide18.xml.rels><?xml version="1.0" encoding="UTF-8" standalone="yes"?>
<Relationships xmlns="http://schemas.openxmlformats.org/package/2006/relationships"><Relationship Id="rId3" Type="http://schemas.openxmlformats.org/officeDocument/2006/relationships/image" Target="../media/image40.png"/><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E2761"/>
        </a:solidFill>
        <a:effectLst/>
      </p:bgPr>
    </p:bg>
    <p:spTree>
      <p:nvGrpSpPr>
        <p:cNvPr id="1" name=""/>
        <p:cNvGrpSpPr/>
        <p:nvPr/>
      </p:nvGrpSpPr>
      <p:grpSpPr>
        <a:xfrm>
          <a:off x="0" y="0"/>
          <a:ext cx="0" cy="0"/>
          <a:chOff x="0" y="0"/>
          <a:chExt cx="0" cy="0"/>
        </a:xfrm>
      </p:grpSpPr>
      <p:sp>
        <p:nvSpPr>
          <p:cNvPr id="2" name="Shape 0"/>
          <p:cNvSpPr/>
          <p:nvPr/>
        </p:nvSpPr>
        <p:spPr>
          <a:xfrm>
            <a:off x="9418320" y="-1463040"/>
            <a:ext cx="4754880" cy="4754880"/>
          </a:xfrm>
          <a:prstGeom prst="ellipse">
            <a:avLst/>
          </a:prstGeom>
          <a:solidFill>
            <a:srgbClr val="161C4A"/>
          </a:solidFill>
          <a:ln/>
        </p:spPr>
      </p:sp>
      <p:sp>
        <p:nvSpPr>
          <p:cNvPr id="3" name="Shape 1"/>
          <p:cNvSpPr/>
          <p:nvPr/>
        </p:nvSpPr>
        <p:spPr>
          <a:xfrm>
            <a:off x="-1463040" y="4572000"/>
            <a:ext cx="3840480" cy="3840480"/>
          </a:xfrm>
          <a:prstGeom prst="ellipse">
            <a:avLst/>
          </a:prstGeom>
          <a:solidFill>
            <a:srgbClr val="161C4A"/>
          </a:solidFill>
          <a:ln/>
        </p:spPr>
      </p:sp>
      <p:sp>
        <p:nvSpPr>
          <p:cNvPr id="4" name="Shape 2"/>
          <p:cNvSpPr/>
          <p:nvPr/>
        </p:nvSpPr>
        <p:spPr>
          <a:xfrm>
            <a:off x="5362956" y="1051560"/>
            <a:ext cx="1463040" cy="1463040"/>
          </a:xfrm>
          <a:prstGeom prst="ellipse">
            <a:avLst/>
          </a:prstGeom>
          <a:solidFill>
            <a:srgbClr val="CADCFC"/>
          </a:solidFill>
          <a:ln/>
        </p:spPr>
      </p:sp>
      <p:pic>
        <p:nvPicPr>
          <p:cNvPr id="5" name="Image 0" descr="/home/claude/icons/shield_navy.png"/>
          <p:cNvPicPr>
            <a:picLocks noChangeAspect="1"/>
          </p:cNvPicPr>
          <p:nvPr/>
        </p:nvPicPr>
        <p:blipFill>
          <a:blip r:embed="rId3"/>
          <a:stretch>
            <a:fillRect/>
          </a:stretch>
        </p:blipFill>
        <p:spPr>
          <a:xfrm>
            <a:off x="5743346" y="1431950"/>
            <a:ext cx="702259" cy="702259"/>
          </a:xfrm>
          <a:prstGeom prst="rect">
            <a:avLst/>
          </a:prstGeom>
        </p:spPr>
      </p:pic>
      <p:sp>
        <p:nvSpPr>
          <p:cNvPr id="6" name="Text 3"/>
          <p:cNvSpPr/>
          <p:nvPr/>
        </p:nvSpPr>
        <p:spPr>
          <a:xfrm>
            <a:off x="731520" y="2788920"/>
            <a:ext cx="10725912" cy="822960"/>
          </a:xfrm>
          <a:prstGeom prst="rect">
            <a:avLst/>
          </a:prstGeom>
          <a:noFill/>
          <a:ln/>
        </p:spPr>
        <p:txBody>
          <a:bodyPr wrap="square" rtlCol="0" anchor="ctr"/>
          <a:lstStyle/>
          <a:p>
            <a:pPr marL="0" indent="0" algn="ctr">
              <a:buNone/>
            </a:pPr>
            <a:r>
              <a:rPr lang="en-US" sz="3800" b="1" dirty="0">
                <a:solidFill>
                  <a:srgbClr val="FFFFFF"/>
                </a:solidFill>
                <a:latin typeface="Cambria" pitchFamily="34" charset="0"/>
                <a:ea typeface="Cambria" pitchFamily="34" charset="-122"/>
                <a:cs typeface="Cambria" pitchFamily="34" charset="-120"/>
              </a:rPr>
              <a:t>FAKE JOB POSTING DETECTION</a:t>
            </a:r>
            <a:endParaRPr lang="en-US" sz="3800" dirty="0"/>
          </a:p>
        </p:txBody>
      </p:sp>
      <p:sp>
        <p:nvSpPr>
          <p:cNvPr id="7" name="Text 4"/>
          <p:cNvSpPr/>
          <p:nvPr/>
        </p:nvSpPr>
        <p:spPr>
          <a:xfrm>
            <a:off x="731520" y="3520440"/>
            <a:ext cx="10725912" cy="502920"/>
          </a:xfrm>
          <a:prstGeom prst="rect">
            <a:avLst/>
          </a:prstGeom>
          <a:noFill/>
          <a:ln/>
        </p:spPr>
        <p:txBody>
          <a:bodyPr wrap="square" rtlCol="0" anchor="ctr"/>
          <a:lstStyle/>
          <a:p>
            <a:pPr marL="0" indent="0" algn="ctr">
              <a:buNone/>
            </a:pPr>
            <a:r>
              <a:rPr lang="en-US" sz="1800" i="1" dirty="0">
                <a:solidFill>
                  <a:srgbClr val="CADCFC"/>
                </a:solidFill>
                <a:latin typeface="Calibri" pitchFamily="34" charset="0"/>
                <a:ea typeface="Calibri" pitchFamily="34" charset="-122"/>
                <a:cs typeface="Calibri" pitchFamily="34" charset="-120"/>
              </a:rPr>
              <a:t>Using Machine Learning &amp; Natural Language Processing</a:t>
            </a:r>
            <a:endParaRPr lang="en-US" sz="1800" dirty="0"/>
          </a:p>
        </p:txBody>
      </p:sp>
      <p:sp>
        <p:nvSpPr>
          <p:cNvPr id="8" name="Shape 5"/>
          <p:cNvSpPr/>
          <p:nvPr/>
        </p:nvSpPr>
        <p:spPr>
          <a:xfrm>
            <a:off x="5180076" y="4224528"/>
            <a:ext cx="1828800" cy="0"/>
          </a:xfrm>
          <a:prstGeom prst="line">
            <a:avLst/>
          </a:prstGeom>
          <a:noFill/>
          <a:ln w="12700">
            <a:solidFill>
              <a:srgbClr val="3A4785"/>
            </a:solidFill>
            <a:prstDash val="solid"/>
          </a:ln>
        </p:spPr>
      </p:sp>
      <p:sp>
        <p:nvSpPr>
          <p:cNvPr id="9" name="Text 6"/>
          <p:cNvSpPr/>
          <p:nvPr/>
        </p:nvSpPr>
        <p:spPr>
          <a:xfrm>
            <a:off x="3566160" y="4526280"/>
            <a:ext cx="1920240" cy="292608"/>
          </a:xfrm>
          <a:prstGeom prst="rect">
            <a:avLst/>
          </a:prstGeom>
          <a:noFill/>
          <a:ln/>
        </p:spPr>
        <p:txBody>
          <a:bodyPr wrap="square" rtlCol="0" anchor="ctr"/>
          <a:lstStyle/>
          <a:p>
            <a:pPr marL="0" indent="0" algn="r">
              <a:buNone/>
            </a:pPr>
            <a:r>
              <a:rPr lang="en-US" sz="1100" dirty="0">
                <a:solidFill>
                  <a:srgbClr val="8FA0C7"/>
                </a:solidFill>
                <a:latin typeface="Calibri" pitchFamily="34" charset="0"/>
                <a:ea typeface="Calibri" pitchFamily="34" charset="-122"/>
                <a:cs typeface="Calibri" pitchFamily="34" charset="-120"/>
              </a:rPr>
              <a:t>STUDENT</a:t>
            </a:r>
            <a:endParaRPr lang="en-US" sz="1100" dirty="0"/>
          </a:p>
        </p:txBody>
      </p:sp>
      <p:sp>
        <p:nvSpPr>
          <p:cNvPr id="10" name="Text 7"/>
          <p:cNvSpPr/>
          <p:nvPr/>
        </p:nvSpPr>
        <p:spPr>
          <a:xfrm>
            <a:off x="5623560" y="4526280"/>
            <a:ext cx="4114800" cy="292608"/>
          </a:xfrm>
          <a:prstGeom prst="rect">
            <a:avLst/>
          </a:prstGeom>
          <a:noFill/>
          <a:ln/>
        </p:spPr>
        <p:txBody>
          <a:bodyPr wrap="square" rtlCol="0" anchor="ctr"/>
          <a:lstStyle/>
          <a:p>
            <a:pPr marL="0" indent="0" algn="l">
              <a:buNone/>
            </a:pPr>
            <a:r>
              <a:rPr lang="en-US" sz="1300" b="1" dirty="0">
                <a:solidFill>
                  <a:srgbClr val="FFFFFF"/>
                </a:solidFill>
                <a:latin typeface="Calibri" pitchFamily="34" charset="0"/>
                <a:ea typeface="Calibri" pitchFamily="34" charset="-122"/>
                <a:cs typeface="Calibri" pitchFamily="34" charset="-120"/>
              </a:rPr>
              <a:t>Anjali Pandey</a:t>
            </a:r>
            <a:endParaRPr lang="en-US" sz="1300" dirty="0"/>
          </a:p>
        </p:txBody>
      </p:sp>
      <p:sp>
        <p:nvSpPr>
          <p:cNvPr id="11" name="Text 8"/>
          <p:cNvSpPr/>
          <p:nvPr/>
        </p:nvSpPr>
        <p:spPr>
          <a:xfrm>
            <a:off x="3566160" y="4855464"/>
            <a:ext cx="1920240" cy="292608"/>
          </a:xfrm>
          <a:prstGeom prst="rect">
            <a:avLst/>
          </a:prstGeom>
          <a:noFill/>
          <a:ln/>
        </p:spPr>
        <p:txBody>
          <a:bodyPr wrap="square" rtlCol="0" anchor="ctr"/>
          <a:lstStyle/>
          <a:p>
            <a:pPr marL="0" indent="0" algn="r">
              <a:buNone/>
            </a:pPr>
            <a:r>
              <a:rPr lang="en-US" sz="1100" dirty="0">
                <a:solidFill>
                  <a:srgbClr val="8FA0C7"/>
                </a:solidFill>
                <a:latin typeface="Calibri" pitchFamily="34" charset="0"/>
                <a:ea typeface="Calibri" pitchFamily="34" charset="-122"/>
                <a:cs typeface="Calibri" pitchFamily="34" charset="-120"/>
              </a:rPr>
              <a:t>DEPARTMENT</a:t>
            </a:r>
            <a:endParaRPr lang="en-US" sz="1100" dirty="0"/>
          </a:p>
        </p:txBody>
      </p:sp>
      <p:sp>
        <p:nvSpPr>
          <p:cNvPr id="12" name="Text 9"/>
          <p:cNvSpPr/>
          <p:nvPr/>
        </p:nvSpPr>
        <p:spPr>
          <a:xfrm>
            <a:off x="5623560" y="4855464"/>
            <a:ext cx="4114800" cy="292608"/>
          </a:xfrm>
          <a:prstGeom prst="rect">
            <a:avLst/>
          </a:prstGeom>
          <a:noFill/>
          <a:ln/>
        </p:spPr>
        <p:txBody>
          <a:bodyPr wrap="square" rtlCol="0" anchor="ctr"/>
          <a:lstStyle/>
          <a:p>
            <a:pPr marL="0" indent="0" algn="l">
              <a:buNone/>
            </a:pPr>
            <a:r>
              <a:rPr lang="en-US" sz="1300" b="1" dirty="0">
                <a:solidFill>
                  <a:srgbClr val="FFFFFF"/>
                </a:solidFill>
                <a:latin typeface="Calibri" pitchFamily="34" charset="0"/>
                <a:ea typeface="Calibri" pitchFamily="34" charset="-122"/>
                <a:cs typeface="Calibri" pitchFamily="34" charset="-120"/>
              </a:rPr>
              <a:t>Bachelor of Computer Applications (BCA)</a:t>
            </a:r>
            <a:endParaRPr lang="en-US" sz="1300" dirty="0"/>
          </a:p>
        </p:txBody>
      </p:sp>
      <p:sp>
        <p:nvSpPr>
          <p:cNvPr id="13" name="Text 10"/>
          <p:cNvSpPr/>
          <p:nvPr/>
        </p:nvSpPr>
        <p:spPr>
          <a:xfrm>
            <a:off x="3566160" y="5184648"/>
            <a:ext cx="1920240" cy="292608"/>
          </a:xfrm>
          <a:prstGeom prst="rect">
            <a:avLst/>
          </a:prstGeom>
          <a:noFill/>
          <a:ln/>
        </p:spPr>
        <p:txBody>
          <a:bodyPr wrap="square" rtlCol="0" anchor="ctr"/>
          <a:lstStyle/>
          <a:p>
            <a:pPr marL="0" indent="0" algn="r">
              <a:buNone/>
            </a:pPr>
            <a:r>
              <a:rPr lang="en-US" sz="1100" dirty="0">
                <a:solidFill>
                  <a:srgbClr val="8FA0C7"/>
                </a:solidFill>
                <a:latin typeface="Calibri" pitchFamily="34" charset="0"/>
                <a:ea typeface="Calibri" pitchFamily="34" charset="-122"/>
                <a:cs typeface="Calibri" pitchFamily="34" charset="-120"/>
              </a:rPr>
              <a:t>COLLEGE</a:t>
            </a:r>
            <a:endParaRPr lang="en-US" sz="1100" dirty="0"/>
          </a:p>
        </p:txBody>
      </p:sp>
      <p:sp>
        <p:nvSpPr>
          <p:cNvPr id="14" name="Text 11"/>
          <p:cNvSpPr/>
          <p:nvPr/>
        </p:nvSpPr>
        <p:spPr>
          <a:xfrm>
            <a:off x="5623560" y="5184648"/>
            <a:ext cx="4114800" cy="292608"/>
          </a:xfrm>
          <a:prstGeom prst="rect">
            <a:avLst/>
          </a:prstGeom>
          <a:noFill/>
          <a:ln/>
        </p:spPr>
        <p:txBody>
          <a:bodyPr wrap="square" rtlCol="0" anchor="ctr"/>
          <a:lstStyle/>
          <a:p>
            <a:pPr marL="0" indent="0" algn="l">
              <a:buNone/>
            </a:pPr>
            <a:r>
              <a:rPr lang="en-US" sz="1300" b="1" dirty="0" err="1">
                <a:solidFill>
                  <a:srgbClr val="FFFFFF"/>
                </a:solidFill>
                <a:latin typeface="Calibri" pitchFamily="34" charset="0"/>
                <a:ea typeface="Calibri" pitchFamily="34" charset="-122"/>
                <a:cs typeface="Calibri" pitchFamily="34" charset="-120"/>
              </a:rPr>
              <a:t>Starex</a:t>
            </a:r>
            <a:r>
              <a:rPr lang="en-US" sz="1300" b="1" dirty="0">
                <a:solidFill>
                  <a:srgbClr val="FFFFFF"/>
                </a:solidFill>
                <a:latin typeface="Calibri" pitchFamily="34" charset="0"/>
                <a:ea typeface="Calibri" pitchFamily="34" charset="-122"/>
                <a:cs typeface="Calibri" pitchFamily="34" charset="-120"/>
              </a:rPr>
              <a:t> University</a:t>
            </a:r>
            <a:endParaRPr lang="en-US" sz="1300" dirty="0"/>
          </a:p>
        </p:txBody>
      </p:sp>
      <p:sp>
        <p:nvSpPr>
          <p:cNvPr id="15" name="Text 12"/>
          <p:cNvSpPr/>
          <p:nvPr/>
        </p:nvSpPr>
        <p:spPr>
          <a:xfrm>
            <a:off x="3566160" y="5513832"/>
            <a:ext cx="1920240" cy="292608"/>
          </a:xfrm>
          <a:prstGeom prst="rect">
            <a:avLst/>
          </a:prstGeom>
          <a:noFill/>
          <a:ln/>
        </p:spPr>
        <p:txBody>
          <a:bodyPr wrap="square" rtlCol="0" anchor="ctr"/>
          <a:lstStyle/>
          <a:p>
            <a:pPr marL="0" indent="0" algn="r">
              <a:buNone/>
            </a:pPr>
            <a:r>
              <a:rPr lang="en-US" sz="1100" dirty="0">
                <a:solidFill>
                  <a:srgbClr val="8FA0C7"/>
                </a:solidFill>
                <a:latin typeface="Calibri" pitchFamily="34" charset="0"/>
                <a:ea typeface="Calibri" pitchFamily="34" charset="-122"/>
                <a:cs typeface="Calibri" pitchFamily="34" charset="-120"/>
              </a:rPr>
              <a:t>GUIDE</a:t>
            </a:r>
            <a:endParaRPr lang="en-US" sz="1100" dirty="0"/>
          </a:p>
        </p:txBody>
      </p:sp>
      <p:sp>
        <p:nvSpPr>
          <p:cNvPr id="16" name="Text 13"/>
          <p:cNvSpPr/>
          <p:nvPr/>
        </p:nvSpPr>
        <p:spPr>
          <a:xfrm>
            <a:off x="5623560" y="5513832"/>
            <a:ext cx="4114800" cy="292608"/>
          </a:xfrm>
          <a:prstGeom prst="rect">
            <a:avLst/>
          </a:prstGeom>
          <a:noFill/>
          <a:ln/>
        </p:spPr>
        <p:txBody>
          <a:bodyPr wrap="square" rtlCol="0" anchor="ctr"/>
          <a:lstStyle/>
          <a:p>
            <a:pPr marL="0" indent="0" algn="l">
              <a:buNone/>
            </a:pPr>
            <a:r>
              <a:rPr lang="en-US" sz="1300" b="1" dirty="0">
                <a:solidFill>
                  <a:srgbClr val="FFFFFF"/>
                </a:solidFill>
                <a:latin typeface="Calibri" pitchFamily="34" charset="0"/>
                <a:ea typeface="Calibri" pitchFamily="34" charset="-122"/>
                <a:cs typeface="Calibri" pitchFamily="34" charset="-120"/>
              </a:rPr>
              <a:t>Priyanka Pal</a:t>
            </a:r>
            <a:endParaRPr lang="en-US" sz="1300" dirty="0"/>
          </a:p>
        </p:txBody>
      </p:sp>
      <p:sp>
        <p:nvSpPr>
          <p:cNvPr id="17" name="Text 14"/>
          <p:cNvSpPr/>
          <p:nvPr/>
        </p:nvSpPr>
        <p:spPr>
          <a:xfrm>
            <a:off x="3566160" y="5843016"/>
            <a:ext cx="1920240" cy="292608"/>
          </a:xfrm>
          <a:prstGeom prst="rect">
            <a:avLst/>
          </a:prstGeom>
          <a:noFill/>
          <a:ln/>
        </p:spPr>
        <p:txBody>
          <a:bodyPr wrap="square" rtlCol="0" anchor="ctr"/>
          <a:lstStyle/>
          <a:p>
            <a:pPr marL="0" indent="0" algn="r">
              <a:buNone/>
            </a:pPr>
            <a:r>
              <a:rPr lang="en-US" sz="1100" dirty="0">
                <a:solidFill>
                  <a:srgbClr val="8FA0C7"/>
                </a:solidFill>
                <a:latin typeface="Calibri" pitchFamily="34" charset="0"/>
                <a:ea typeface="Calibri" pitchFamily="34" charset="-122"/>
                <a:cs typeface="Calibri" pitchFamily="34" charset="-120"/>
              </a:rPr>
              <a:t>ACADEMIC YEAR</a:t>
            </a:r>
            <a:endParaRPr lang="en-US" sz="1100" dirty="0"/>
          </a:p>
        </p:txBody>
      </p:sp>
      <p:sp>
        <p:nvSpPr>
          <p:cNvPr id="18" name="Text 15"/>
          <p:cNvSpPr/>
          <p:nvPr/>
        </p:nvSpPr>
        <p:spPr>
          <a:xfrm>
            <a:off x="5623560" y="5843016"/>
            <a:ext cx="4114800" cy="292608"/>
          </a:xfrm>
          <a:prstGeom prst="rect">
            <a:avLst/>
          </a:prstGeom>
          <a:noFill/>
          <a:ln/>
        </p:spPr>
        <p:txBody>
          <a:bodyPr wrap="square" rtlCol="0" anchor="ctr"/>
          <a:lstStyle/>
          <a:p>
            <a:pPr marL="0" indent="0" algn="l">
              <a:buNone/>
            </a:pPr>
            <a:r>
              <a:rPr lang="en-US" sz="1300" b="1" dirty="0">
                <a:solidFill>
                  <a:srgbClr val="FFFFFF"/>
                </a:solidFill>
                <a:latin typeface="Calibri" pitchFamily="34" charset="0"/>
                <a:ea typeface="Calibri" pitchFamily="34" charset="-122"/>
                <a:cs typeface="Calibri" pitchFamily="34" charset="-120"/>
              </a:rPr>
              <a:t>2024-2027</a:t>
            </a:r>
            <a:endParaRPr lang="en-US" sz="1300" dirty="0"/>
          </a:p>
        </p:txBody>
      </p:sp>
      <p:sp>
        <p:nvSpPr>
          <p:cNvPr id="19" name="Text 16"/>
          <p:cNvSpPr/>
          <p:nvPr/>
        </p:nvSpPr>
        <p:spPr>
          <a:xfrm>
            <a:off x="457200" y="6519672"/>
            <a:ext cx="7315200" cy="274320"/>
          </a:xfrm>
          <a:prstGeom prst="rect">
            <a:avLst/>
          </a:prstGeom>
          <a:noFill/>
          <a:ln/>
        </p:spPr>
        <p:txBody>
          <a:bodyPr wrap="square" rtlCol="0" anchor="ctr"/>
          <a:lstStyle/>
          <a:p>
            <a:pPr marL="0" indent="0" algn="l">
              <a:buNone/>
            </a:pPr>
            <a:r>
              <a:rPr lang="en-US" sz="900" dirty="0">
                <a:solidFill>
                  <a:srgbClr val="8FA0C7"/>
                </a:solidFill>
                <a:latin typeface="Calibri" pitchFamily="34" charset="0"/>
                <a:ea typeface="Calibri" pitchFamily="34" charset="-122"/>
                <a:cs typeface="Calibri" pitchFamily="34" charset="-120"/>
              </a:rPr>
              <a:t>Fake Job Posting Detection Using Machine Learning</a:t>
            </a:r>
            <a:endParaRPr lang="en-US" sz="900" dirty="0"/>
          </a:p>
        </p:txBody>
      </p:sp>
      <p:sp>
        <p:nvSpPr>
          <p:cNvPr id="20" name="Text 17"/>
          <p:cNvSpPr/>
          <p:nvPr/>
        </p:nvSpPr>
        <p:spPr>
          <a:xfrm>
            <a:off x="11274552" y="6519672"/>
            <a:ext cx="457200" cy="274320"/>
          </a:xfrm>
          <a:prstGeom prst="rect">
            <a:avLst/>
          </a:prstGeom>
          <a:noFill/>
          <a:ln/>
        </p:spPr>
        <p:txBody>
          <a:bodyPr wrap="square" rtlCol="0" anchor="ctr"/>
          <a:lstStyle/>
          <a:p>
            <a:pPr marL="0" indent="0" algn="r">
              <a:buNone/>
            </a:pPr>
            <a:r>
              <a:rPr lang="en-US" sz="900" dirty="0">
                <a:solidFill>
                  <a:srgbClr val="8FA0C7"/>
                </a:solidFill>
                <a:latin typeface="Calibri" pitchFamily="34" charset="0"/>
                <a:ea typeface="Calibri" pitchFamily="34" charset="-122"/>
                <a:cs typeface="Calibri" pitchFamily="34" charset="-120"/>
              </a:rPr>
              <a:t>1</a:t>
            </a:r>
            <a:endParaRPr lang="en-US" sz="9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548640" y="457200"/>
            <a:ext cx="502920" cy="502920"/>
          </a:xfrm>
          <a:prstGeom prst="ellipse">
            <a:avLst/>
          </a:prstGeom>
          <a:solidFill>
            <a:srgbClr val="1E2761"/>
          </a:solidFill>
          <a:ln/>
        </p:spPr>
      </p:sp>
      <p:pic>
        <p:nvPicPr>
          <p:cNvPr id="3" name="Image 0" descr="/home/claude/icons/users_white.png"/>
          <p:cNvPicPr>
            <a:picLocks noChangeAspect="1"/>
          </p:cNvPicPr>
          <p:nvPr/>
        </p:nvPicPr>
        <p:blipFill>
          <a:blip r:embed="rId3"/>
          <a:stretch>
            <a:fillRect/>
          </a:stretch>
        </p:blipFill>
        <p:spPr>
          <a:xfrm>
            <a:off x="679399" y="587959"/>
            <a:ext cx="241402" cy="241402"/>
          </a:xfrm>
          <a:prstGeom prst="rect">
            <a:avLst/>
          </a:prstGeom>
        </p:spPr>
      </p:pic>
      <p:sp>
        <p:nvSpPr>
          <p:cNvPr id="4" name="Text 1"/>
          <p:cNvSpPr/>
          <p:nvPr/>
        </p:nvSpPr>
        <p:spPr>
          <a:xfrm>
            <a:off x="1234440" y="402336"/>
            <a:ext cx="8229600" cy="612648"/>
          </a:xfrm>
          <a:prstGeom prst="rect">
            <a:avLst/>
          </a:prstGeom>
          <a:noFill/>
          <a:ln/>
        </p:spPr>
        <p:txBody>
          <a:bodyPr wrap="square" rtlCol="0" anchor="ctr"/>
          <a:lstStyle/>
          <a:p>
            <a:pPr marL="0" indent="0">
              <a:buNone/>
            </a:pPr>
            <a:r>
              <a:rPr lang="en-US" sz="2600" b="1" dirty="0">
                <a:solidFill>
                  <a:srgbClr val="1E2761"/>
                </a:solidFill>
                <a:latin typeface="Cambria" pitchFamily="34" charset="0"/>
                <a:ea typeface="Cambria" pitchFamily="34" charset="-122"/>
                <a:cs typeface="Cambria" pitchFamily="34" charset="-120"/>
              </a:rPr>
              <a:t>Introduction</a:t>
            </a:r>
            <a:endParaRPr lang="en-US" sz="2600" dirty="0"/>
          </a:p>
        </p:txBody>
      </p:sp>
      <p:sp>
        <p:nvSpPr>
          <p:cNvPr id="5" name="Shape 2"/>
          <p:cNvSpPr/>
          <p:nvPr/>
        </p:nvSpPr>
        <p:spPr>
          <a:xfrm>
            <a:off x="548640" y="1417320"/>
            <a:ext cx="6492240" cy="4709160"/>
          </a:xfrm>
          <a:prstGeom prst="rect">
            <a:avLst/>
          </a:prstGeom>
          <a:solidFill>
            <a:srgbClr val="EEF3FC"/>
          </a:solidFill>
          <a:ln/>
        </p:spPr>
      </p:sp>
      <p:sp>
        <p:nvSpPr>
          <p:cNvPr id="6" name="Text 3"/>
          <p:cNvSpPr/>
          <p:nvPr/>
        </p:nvSpPr>
        <p:spPr>
          <a:xfrm>
            <a:off x="868680" y="1645920"/>
            <a:ext cx="5852160" cy="365760"/>
          </a:xfrm>
          <a:prstGeom prst="rect">
            <a:avLst/>
          </a:prstGeom>
          <a:noFill/>
          <a:ln/>
        </p:spPr>
        <p:txBody>
          <a:bodyPr wrap="square" rtlCol="0" anchor="ctr"/>
          <a:lstStyle/>
          <a:p>
            <a:pPr marL="0" indent="0">
              <a:buNone/>
            </a:pPr>
            <a:r>
              <a:rPr lang="en-US" sz="1700" b="1" dirty="0">
                <a:solidFill>
                  <a:srgbClr val="1E2761"/>
                </a:solidFill>
                <a:latin typeface="Cambria" pitchFamily="34" charset="0"/>
                <a:ea typeface="Cambria" pitchFamily="34" charset="-122"/>
                <a:cs typeface="Cambria" pitchFamily="34" charset="-120"/>
              </a:rPr>
              <a:t>What Is Recruitment Fraud?</a:t>
            </a:r>
            <a:endParaRPr lang="en-US" sz="1700" dirty="0"/>
          </a:p>
        </p:txBody>
      </p:sp>
      <p:sp>
        <p:nvSpPr>
          <p:cNvPr id="7" name="Text 4"/>
          <p:cNvSpPr/>
          <p:nvPr/>
        </p:nvSpPr>
        <p:spPr>
          <a:xfrm>
            <a:off x="868680" y="2057400"/>
            <a:ext cx="5852160" cy="1371600"/>
          </a:xfrm>
          <a:prstGeom prst="rect">
            <a:avLst/>
          </a:prstGeom>
          <a:noFill/>
          <a:ln/>
        </p:spPr>
        <p:txBody>
          <a:bodyPr wrap="square" rtlCol="0" anchor="t"/>
          <a:lstStyle/>
          <a:p>
            <a:pPr marL="228600" indent="-228600">
              <a:spcAft>
                <a:spcPts val="1200"/>
              </a:spcAft>
              <a:buSzPct val="100000"/>
              <a:buChar char="•"/>
            </a:pPr>
            <a:r>
              <a:rPr lang="en-US" sz="1400" dirty="0">
                <a:solidFill>
                  <a:srgbClr val="36454F"/>
                </a:solidFill>
                <a:latin typeface="Calibri" pitchFamily="34" charset="0"/>
                <a:ea typeface="Calibri" pitchFamily="34" charset="-122"/>
                <a:cs typeface="Calibri" pitchFamily="34" charset="-120"/>
              </a:rPr>
              <a:t>Fake job advertisements posted to deceive job seekers</a:t>
            </a:r>
            <a:endParaRPr lang="en-US" sz="1400" dirty="0"/>
          </a:p>
          <a:p>
            <a:pPr marL="228600" indent="-228600">
              <a:spcAft>
                <a:spcPts val="1200"/>
              </a:spcAft>
              <a:buSzPct val="100000"/>
              <a:buChar char="•"/>
            </a:pPr>
            <a:r>
              <a:rPr lang="en-US" sz="1400" dirty="0">
                <a:solidFill>
                  <a:srgbClr val="36454F"/>
                </a:solidFill>
                <a:latin typeface="Calibri" pitchFamily="34" charset="0"/>
                <a:ea typeface="Calibri" pitchFamily="34" charset="-122"/>
                <a:cs typeface="Calibri" pitchFamily="34" charset="-120"/>
              </a:rPr>
              <a:t>Used to collect money, personal data, or free labor</a:t>
            </a:r>
            <a:endParaRPr lang="en-US" sz="1400" dirty="0"/>
          </a:p>
          <a:p>
            <a:pPr marL="228600" indent="-228600">
              <a:spcAft>
                <a:spcPts val="1200"/>
              </a:spcAft>
              <a:buSzPct val="100000"/>
              <a:buChar char="•"/>
            </a:pPr>
            <a:r>
              <a:rPr lang="en-US" sz="1400" dirty="0">
                <a:solidFill>
                  <a:srgbClr val="36454F"/>
                </a:solidFill>
                <a:latin typeface="Calibri" pitchFamily="34" charset="0"/>
                <a:ea typeface="Calibri" pitchFamily="34" charset="-122"/>
                <a:cs typeface="Calibri" pitchFamily="34" charset="-120"/>
              </a:rPr>
              <a:t>Widespread on online job portals and social media</a:t>
            </a:r>
            <a:endParaRPr lang="en-US" sz="1400" dirty="0"/>
          </a:p>
        </p:txBody>
      </p:sp>
      <p:sp>
        <p:nvSpPr>
          <p:cNvPr id="8" name="Text 5"/>
          <p:cNvSpPr/>
          <p:nvPr/>
        </p:nvSpPr>
        <p:spPr>
          <a:xfrm>
            <a:off x="868680" y="3429000"/>
            <a:ext cx="5852160" cy="365760"/>
          </a:xfrm>
          <a:prstGeom prst="rect">
            <a:avLst/>
          </a:prstGeom>
          <a:noFill/>
          <a:ln/>
        </p:spPr>
        <p:txBody>
          <a:bodyPr wrap="square" rtlCol="0" anchor="ctr"/>
          <a:lstStyle/>
          <a:p>
            <a:pPr marL="0" indent="0">
              <a:buNone/>
            </a:pPr>
            <a:r>
              <a:rPr lang="en-US" sz="1700" b="1" dirty="0">
                <a:solidFill>
                  <a:srgbClr val="1E2761"/>
                </a:solidFill>
                <a:latin typeface="Cambria" pitchFamily="34" charset="0"/>
                <a:ea typeface="Cambria" pitchFamily="34" charset="-122"/>
                <a:cs typeface="Cambria" pitchFamily="34" charset="-120"/>
              </a:rPr>
              <a:t>Why Detection Matters</a:t>
            </a:r>
            <a:endParaRPr lang="en-US" sz="1700" dirty="0"/>
          </a:p>
        </p:txBody>
      </p:sp>
      <p:sp>
        <p:nvSpPr>
          <p:cNvPr id="9" name="Text 6"/>
          <p:cNvSpPr/>
          <p:nvPr/>
        </p:nvSpPr>
        <p:spPr>
          <a:xfrm>
            <a:off x="868680" y="3840480"/>
            <a:ext cx="5852160" cy="1371600"/>
          </a:xfrm>
          <a:prstGeom prst="rect">
            <a:avLst/>
          </a:prstGeom>
          <a:noFill/>
          <a:ln/>
        </p:spPr>
        <p:txBody>
          <a:bodyPr wrap="square" rtlCol="0" anchor="t"/>
          <a:lstStyle/>
          <a:p>
            <a:pPr marL="228600" indent="-228600">
              <a:spcAft>
                <a:spcPts val="1200"/>
              </a:spcAft>
              <a:buSzPct val="100000"/>
              <a:buChar char="•"/>
            </a:pPr>
            <a:r>
              <a:rPr lang="en-US" sz="1400" dirty="0">
                <a:solidFill>
                  <a:srgbClr val="36454F"/>
                </a:solidFill>
                <a:latin typeface="Calibri" pitchFamily="34" charset="0"/>
                <a:ea typeface="Calibri" pitchFamily="34" charset="-122"/>
                <a:cs typeface="Calibri" pitchFamily="34" charset="-120"/>
              </a:rPr>
              <a:t>Protects job seekers from financial and identity fraud</a:t>
            </a:r>
            <a:endParaRPr lang="en-US" sz="1400" dirty="0"/>
          </a:p>
          <a:p>
            <a:pPr marL="228600" indent="-228600">
              <a:spcAft>
                <a:spcPts val="1200"/>
              </a:spcAft>
              <a:buSzPct val="100000"/>
              <a:buChar char="•"/>
            </a:pPr>
            <a:r>
              <a:rPr lang="en-US" sz="1400" dirty="0">
                <a:solidFill>
                  <a:srgbClr val="36454F"/>
                </a:solidFill>
                <a:latin typeface="Calibri" pitchFamily="34" charset="0"/>
                <a:ea typeface="Calibri" pitchFamily="34" charset="-122"/>
                <a:cs typeface="Calibri" pitchFamily="34" charset="-120"/>
              </a:rPr>
              <a:t>Builds trust and credibility of job portals</a:t>
            </a:r>
            <a:endParaRPr lang="en-US" sz="1400" dirty="0"/>
          </a:p>
          <a:p>
            <a:pPr marL="228600" indent="-228600">
              <a:spcAft>
                <a:spcPts val="1200"/>
              </a:spcAft>
              <a:buSzPct val="100000"/>
              <a:buChar char="•"/>
            </a:pPr>
            <a:r>
              <a:rPr lang="en-US" sz="1400" dirty="0">
                <a:solidFill>
                  <a:srgbClr val="36454F"/>
                </a:solidFill>
                <a:latin typeface="Calibri" pitchFamily="34" charset="0"/>
                <a:ea typeface="Calibri" pitchFamily="34" charset="-122"/>
                <a:cs typeface="Calibri" pitchFamily="34" charset="-120"/>
              </a:rPr>
              <a:t>Manual screening cannot scale with posting volume</a:t>
            </a:r>
            <a:endParaRPr lang="en-US" sz="1400" dirty="0"/>
          </a:p>
        </p:txBody>
      </p:sp>
      <p:sp>
        <p:nvSpPr>
          <p:cNvPr id="10" name="Shape 7"/>
          <p:cNvSpPr/>
          <p:nvPr/>
        </p:nvSpPr>
        <p:spPr>
          <a:xfrm>
            <a:off x="7269480" y="1417320"/>
            <a:ext cx="4370832" cy="4709160"/>
          </a:xfrm>
          <a:prstGeom prst="rect">
            <a:avLst/>
          </a:prstGeom>
          <a:solidFill>
            <a:srgbClr val="1E2761"/>
          </a:solidFill>
          <a:ln/>
        </p:spPr>
      </p:sp>
      <p:sp>
        <p:nvSpPr>
          <p:cNvPr id="11" name="Shape 8"/>
          <p:cNvSpPr/>
          <p:nvPr/>
        </p:nvSpPr>
        <p:spPr>
          <a:xfrm>
            <a:off x="7589520" y="1737360"/>
            <a:ext cx="502920" cy="502920"/>
          </a:xfrm>
          <a:prstGeom prst="ellipse">
            <a:avLst/>
          </a:prstGeom>
          <a:solidFill>
            <a:srgbClr val="CADCFC"/>
          </a:solidFill>
          <a:ln/>
        </p:spPr>
      </p:sp>
      <p:pic>
        <p:nvPicPr>
          <p:cNvPr id="12" name="Image 1" descr="/home/claude/icons/cpu_navy.png"/>
          <p:cNvPicPr>
            <a:picLocks noChangeAspect="1"/>
          </p:cNvPicPr>
          <p:nvPr/>
        </p:nvPicPr>
        <p:blipFill>
          <a:blip r:embed="rId4"/>
          <a:stretch>
            <a:fillRect/>
          </a:stretch>
        </p:blipFill>
        <p:spPr>
          <a:xfrm>
            <a:off x="7720279" y="1868119"/>
            <a:ext cx="241402" cy="241402"/>
          </a:xfrm>
          <a:prstGeom prst="rect">
            <a:avLst/>
          </a:prstGeom>
        </p:spPr>
      </p:pic>
      <p:sp>
        <p:nvSpPr>
          <p:cNvPr id="13" name="Text 9"/>
          <p:cNvSpPr/>
          <p:nvPr/>
        </p:nvSpPr>
        <p:spPr>
          <a:xfrm>
            <a:off x="8229600" y="1691640"/>
            <a:ext cx="3291840" cy="457200"/>
          </a:xfrm>
          <a:prstGeom prst="rect">
            <a:avLst/>
          </a:prstGeom>
          <a:noFill/>
          <a:ln/>
        </p:spPr>
        <p:txBody>
          <a:bodyPr wrap="square" rtlCol="0" anchor="ctr"/>
          <a:lstStyle/>
          <a:p>
            <a:pPr marL="0" indent="0">
              <a:buNone/>
            </a:pPr>
            <a:r>
              <a:rPr lang="en-US" sz="1600" b="1" dirty="0">
                <a:solidFill>
                  <a:srgbClr val="FFFFFF"/>
                </a:solidFill>
                <a:latin typeface="Cambria" pitchFamily="34" charset="0"/>
                <a:ea typeface="Cambria" pitchFamily="34" charset="-122"/>
                <a:cs typeface="Cambria" pitchFamily="34" charset="-120"/>
              </a:rPr>
              <a:t>Project Overview</a:t>
            </a:r>
            <a:endParaRPr lang="en-US" sz="1600" dirty="0"/>
          </a:p>
        </p:txBody>
      </p:sp>
      <p:sp>
        <p:nvSpPr>
          <p:cNvPr id="14" name="Text 10"/>
          <p:cNvSpPr/>
          <p:nvPr/>
        </p:nvSpPr>
        <p:spPr>
          <a:xfrm>
            <a:off x="7589520" y="2423160"/>
            <a:ext cx="3794760" cy="3474720"/>
          </a:xfrm>
          <a:prstGeom prst="rect">
            <a:avLst/>
          </a:prstGeom>
          <a:noFill/>
          <a:ln/>
        </p:spPr>
        <p:txBody>
          <a:bodyPr wrap="square" rtlCol="0" anchor="t"/>
          <a:lstStyle/>
          <a:p>
            <a:pPr marL="228600" indent="-228600">
              <a:spcAft>
                <a:spcPts val="1400"/>
              </a:spcAft>
              <a:buSzPct val="100000"/>
              <a:buChar char="•"/>
            </a:pPr>
            <a:r>
              <a:rPr lang="en-US" sz="1350" dirty="0">
                <a:solidFill>
                  <a:srgbClr val="CADCFC"/>
                </a:solidFill>
                <a:latin typeface="Calibri" pitchFamily="34" charset="0"/>
                <a:ea typeface="Calibri" pitchFamily="34" charset="-122"/>
                <a:cs typeface="Calibri" pitchFamily="34" charset="-120"/>
              </a:rPr>
              <a:t>ML + NLP system that classifies job posts as Genuine or Fraudulent</a:t>
            </a:r>
            <a:endParaRPr lang="en-US" sz="1350" dirty="0"/>
          </a:p>
          <a:p>
            <a:pPr marL="228600" indent="-228600">
              <a:spcAft>
                <a:spcPts val="1400"/>
              </a:spcAft>
              <a:buSzPct val="100000"/>
              <a:buChar char="•"/>
            </a:pPr>
            <a:r>
              <a:rPr lang="en-US" sz="1350" dirty="0">
                <a:solidFill>
                  <a:srgbClr val="CADCFC"/>
                </a:solidFill>
                <a:latin typeface="Calibri" pitchFamily="34" charset="0"/>
                <a:ea typeface="Calibri" pitchFamily="34" charset="-122"/>
                <a:cs typeface="Calibri" pitchFamily="34" charset="-120"/>
              </a:rPr>
              <a:t>Cleans data, engineers text features, and vectorizes with TF-IDF</a:t>
            </a:r>
            <a:endParaRPr lang="en-US" sz="1350" dirty="0"/>
          </a:p>
          <a:p>
            <a:pPr marL="228600" indent="-228600">
              <a:spcAft>
                <a:spcPts val="1400"/>
              </a:spcAft>
              <a:buSzPct val="100000"/>
              <a:buChar char="•"/>
            </a:pPr>
            <a:r>
              <a:rPr lang="en-US" sz="1350" dirty="0">
                <a:solidFill>
                  <a:srgbClr val="CADCFC"/>
                </a:solidFill>
                <a:latin typeface="Calibri" pitchFamily="34" charset="0"/>
                <a:ea typeface="Calibri" pitchFamily="34" charset="-122"/>
                <a:cs typeface="Calibri" pitchFamily="34" charset="-120"/>
              </a:rPr>
              <a:t>Compares multiple models; deploys the best performer</a:t>
            </a:r>
            <a:endParaRPr lang="en-US" sz="1350" dirty="0"/>
          </a:p>
          <a:p>
            <a:pPr marL="228600" indent="-228600">
              <a:spcAft>
                <a:spcPts val="1400"/>
              </a:spcAft>
              <a:buSzPct val="100000"/>
              <a:buChar char="•"/>
            </a:pPr>
            <a:r>
              <a:rPr lang="en-US" sz="1350" dirty="0">
                <a:solidFill>
                  <a:srgbClr val="CADCFC"/>
                </a:solidFill>
                <a:latin typeface="Calibri" pitchFamily="34" charset="0"/>
                <a:ea typeface="Calibri" pitchFamily="34" charset="-122"/>
                <a:cs typeface="Calibri" pitchFamily="34" charset="-120"/>
              </a:rPr>
              <a:t>Delivered as an interactive Streamlit web application</a:t>
            </a:r>
            <a:endParaRPr lang="en-US" sz="1350" dirty="0"/>
          </a:p>
          <a:p>
            <a:pPr marL="228600" indent="-228600">
              <a:spcAft>
                <a:spcPts val="1400"/>
              </a:spcAft>
              <a:buSzPct val="100000"/>
              <a:buChar char="•"/>
            </a:pPr>
            <a:r>
              <a:rPr lang="en-US" sz="1350" dirty="0">
                <a:solidFill>
                  <a:srgbClr val="CADCFC"/>
                </a:solidFill>
                <a:latin typeface="Calibri" pitchFamily="34" charset="0"/>
                <a:ea typeface="Calibri" pitchFamily="34" charset="-122"/>
                <a:cs typeface="Calibri" pitchFamily="34" charset="-120"/>
              </a:rPr>
              <a:t>Generates AI insights and downloadable PDF reports</a:t>
            </a:r>
            <a:endParaRPr lang="en-US" sz="1350" dirty="0"/>
          </a:p>
        </p:txBody>
      </p:sp>
      <p:sp>
        <p:nvSpPr>
          <p:cNvPr id="15" name="Text 11"/>
          <p:cNvSpPr/>
          <p:nvPr/>
        </p:nvSpPr>
        <p:spPr>
          <a:xfrm>
            <a:off x="457200" y="6519672"/>
            <a:ext cx="7315200" cy="274320"/>
          </a:xfrm>
          <a:prstGeom prst="rect">
            <a:avLst/>
          </a:prstGeom>
          <a:noFill/>
          <a:ln/>
        </p:spPr>
        <p:txBody>
          <a:bodyPr wrap="square" rtlCol="0" anchor="ctr"/>
          <a:lstStyle/>
          <a:p>
            <a:pPr marL="0" indent="0" algn="l">
              <a:buNone/>
            </a:pPr>
            <a:r>
              <a:rPr lang="en-US" sz="900" dirty="0">
                <a:solidFill>
                  <a:srgbClr val="8492A6"/>
                </a:solidFill>
                <a:latin typeface="Calibri" pitchFamily="34" charset="0"/>
                <a:ea typeface="Calibri" pitchFamily="34" charset="-122"/>
                <a:cs typeface="Calibri" pitchFamily="34" charset="-120"/>
              </a:rPr>
              <a:t>Fake Job Posting Detection Using Machine Learning</a:t>
            </a:r>
            <a:endParaRPr lang="en-US" sz="900" dirty="0"/>
          </a:p>
        </p:txBody>
      </p:sp>
      <p:sp>
        <p:nvSpPr>
          <p:cNvPr id="16" name="Text 12"/>
          <p:cNvSpPr/>
          <p:nvPr/>
        </p:nvSpPr>
        <p:spPr>
          <a:xfrm>
            <a:off x="11274552" y="6519672"/>
            <a:ext cx="457200" cy="274320"/>
          </a:xfrm>
          <a:prstGeom prst="rect">
            <a:avLst/>
          </a:prstGeom>
          <a:noFill/>
          <a:ln/>
        </p:spPr>
        <p:txBody>
          <a:bodyPr wrap="square" rtlCol="0" anchor="ctr"/>
          <a:lstStyle/>
          <a:p>
            <a:pPr marL="0" indent="0" algn="r">
              <a:buNone/>
            </a:pPr>
            <a:r>
              <a:rPr lang="en-US" sz="900" dirty="0">
                <a:solidFill>
                  <a:srgbClr val="8492A6"/>
                </a:solidFill>
                <a:latin typeface="Calibri" pitchFamily="34" charset="0"/>
                <a:ea typeface="Calibri" pitchFamily="34" charset="-122"/>
                <a:cs typeface="Calibri" pitchFamily="34" charset="-120"/>
              </a:rPr>
              <a:t>2</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548640" y="457200"/>
            <a:ext cx="502920" cy="502920"/>
          </a:xfrm>
          <a:prstGeom prst="ellipse">
            <a:avLst/>
          </a:prstGeom>
          <a:solidFill>
            <a:srgbClr val="1E2761"/>
          </a:solidFill>
          <a:ln/>
        </p:spPr>
      </p:sp>
      <p:pic>
        <p:nvPicPr>
          <p:cNvPr id="3" name="Image 0" descr="/home/claude/icons/alerttriangle_white.png"/>
          <p:cNvPicPr>
            <a:picLocks noChangeAspect="1"/>
          </p:cNvPicPr>
          <p:nvPr/>
        </p:nvPicPr>
        <p:blipFill>
          <a:blip r:embed="rId3"/>
          <a:stretch>
            <a:fillRect/>
          </a:stretch>
        </p:blipFill>
        <p:spPr>
          <a:xfrm>
            <a:off x="679399" y="587959"/>
            <a:ext cx="241402" cy="241402"/>
          </a:xfrm>
          <a:prstGeom prst="rect">
            <a:avLst/>
          </a:prstGeom>
        </p:spPr>
      </p:pic>
      <p:sp>
        <p:nvSpPr>
          <p:cNvPr id="4" name="Text 1"/>
          <p:cNvSpPr/>
          <p:nvPr/>
        </p:nvSpPr>
        <p:spPr>
          <a:xfrm>
            <a:off x="1234440" y="402336"/>
            <a:ext cx="8229600" cy="612648"/>
          </a:xfrm>
          <a:prstGeom prst="rect">
            <a:avLst/>
          </a:prstGeom>
          <a:noFill/>
          <a:ln/>
        </p:spPr>
        <p:txBody>
          <a:bodyPr wrap="square" rtlCol="0" anchor="ctr"/>
          <a:lstStyle/>
          <a:p>
            <a:pPr marL="0" indent="0">
              <a:buNone/>
            </a:pPr>
            <a:r>
              <a:rPr lang="en-US" sz="2600" b="1" dirty="0">
                <a:solidFill>
                  <a:srgbClr val="1E2761"/>
                </a:solidFill>
                <a:latin typeface="Cambria" pitchFamily="34" charset="0"/>
                <a:ea typeface="Cambria" pitchFamily="34" charset="-122"/>
                <a:cs typeface="Cambria" pitchFamily="34" charset="-120"/>
              </a:rPr>
              <a:t>Problem Statement</a:t>
            </a:r>
            <a:endParaRPr lang="en-US" sz="2600" dirty="0"/>
          </a:p>
        </p:txBody>
      </p:sp>
      <p:sp>
        <p:nvSpPr>
          <p:cNvPr id="5" name="Shape 2"/>
          <p:cNvSpPr/>
          <p:nvPr/>
        </p:nvSpPr>
        <p:spPr>
          <a:xfrm>
            <a:off x="548640" y="1554480"/>
            <a:ext cx="3483864" cy="2331720"/>
          </a:xfrm>
          <a:prstGeom prst="rect">
            <a:avLst/>
          </a:prstGeom>
          <a:solidFill>
            <a:srgbClr val="F6E4E2"/>
          </a:solidFill>
          <a:ln/>
        </p:spPr>
      </p:sp>
      <p:sp>
        <p:nvSpPr>
          <p:cNvPr id="6" name="Shape 3"/>
          <p:cNvSpPr/>
          <p:nvPr/>
        </p:nvSpPr>
        <p:spPr>
          <a:xfrm>
            <a:off x="804672" y="1810512"/>
            <a:ext cx="502920" cy="502920"/>
          </a:xfrm>
          <a:prstGeom prst="ellipse">
            <a:avLst/>
          </a:prstGeom>
          <a:solidFill>
            <a:srgbClr val="B0342A"/>
          </a:solidFill>
          <a:ln/>
        </p:spPr>
      </p:sp>
      <p:pic>
        <p:nvPicPr>
          <p:cNvPr id="7" name="Image 1" descr="/home/claude/icons/alerttriangle_white.png"/>
          <p:cNvPicPr>
            <a:picLocks noChangeAspect="1"/>
          </p:cNvPicPr>
          <p:nvPr/>
        </p:nvPicPr>
        <p:blipFill>
          <a:blip r:embed="rId3"/>
          <a:stretch>
            <a:fillRect/>
          </a:stretch>
        </p:blipFill>
        <p:spPr>
          <a:xfrm>
            <a:off x="935431" y="1941271"/>
            <a:ext cx="241402" cy="241402"/>
          </a:xfrm>
          <a:prstGeom prst="rect">
            <a:avLst/>
          </a:prstGeom>
        </p:spPr>
      </p:pic>
      <p:sp>
        <p:nvSpPr>
          <p:cNvPr id="8" name="Text 4"/>
          <p:cNvSpPr/>
          <p:nvPr/>
        </p:nvSpPr>
        <p:spPr>
          <a:xfrm>
            <a:off x="804672" y="2423160"/>
            <a:ext cx="2971800" cy="365760"/>
          </a:xfrm>
          <a:prstGeom prst="rect">
            <a:avLst/>
          </a:prstGeom>
          <a:noFill/>
          <a:ln/>
        </p:spPr>
        <p:txBody>
          <a:bodyPr wrap="square" rtlCol="0" anchor="ctr"/>
          <a:lstStyle/>
          <a:p>
            <a:pPr marL="0" indent="0">
              <a:buNone/>
            </a:pPr>
            <a:r>
              <a:rPr lang="en-US" sz="1500" b="1" dirty="0">
                <a:solidFill>
                  <a:srgbClr val="1E2761"/>
                </a:solidFill>
                <a:latin typeface="Cambria" pitchFamily="34" charset="0"/>
                <a:ea typeface="Cambria" pitchFamily="34" charset="-122"/>
                <a:cs typeface="Cambria" pitchFamily="34" charset="-120"/>
              </a:rPr>
              <a:t>Existing Problems</a:t>
            </a:r>
            <a:endParaRPr lang="en-US" sz="1500" dirty="0"/>
          </a:p>
        </p:txBody>
      </p:sp>
      <p:sp>
        <p:nvSpPr>
          <p:cNvPr id="9" name="Text 5"/>
          <p:cNvSpPr/>
          <p:nvPr/>
        </p:nvSpPr>
        <p:spPr>
          <a:xfrm>
            <a:off x="804672" y="2788920"/>
            <a:ext cx="2971800" cy="1005840"/>
          </a:xfrm>
          <a:prstGeom prst="rect">
            <a:avLst/>
          </a:prstGeom>
          <a:noFill/>
          <a:ln/>
        </p:spPr>
        <p:txBody>
          <a:bodyPr wrap="square" rtlCol="0" anchor="t"/>
          <a:lstStyle/>
          <a:p>
            <a:pPr marL="228600" indent="-228600">
              <a:spcAft>
                <a:spcPts val="800"/>
              </a:spcAft>
              <a:buSzPct val="100000"/>
              <a:buChar char="•"/>
            </a:pPr>
            <a:r>
              <a:rPr lang="en-US" sz="1200" dirty="0">
                <a:solidFill>
                  <a:srgbClr val="36454F"/>
                </a:solidFill>
                <a:latin typeface="Calibri" pitchFamily="34" charset="0"/>
                <a:ea typeface="Calibri" pitchFamily="34" charset="-122"/>
                <a:cs typeface="Calibri" pitchFamily="34" charset="-120"/>
              </a:rPr>
              <a:t>Fraudulent posts mimic genuine ones closely</a:t>
            </a:r>
            <a:endParaRPr lang="en-US" sz="1200" dirty="0"/>
          </a:p>
          <a:p>
            <a:pPr marL="228600" indent="-228600">
              <a:spcAft>
                <a:spcPts val="800"/>
              </a:spcAft>
              <a:buSzPct val="100000"/>
              <a:buChar char="•"/>
            </a:pPr>
            <a:r>
              <a:rPr lang="en-US" sz="1200" dirty="0">
                <a:solidFill>
                  <a:srgbClr val="36454F"/>
                </a:solidFill>
                <a:latin typeface="Calibri" pitchFamily="34" charset="0"/>
                <a:ea typeface="Calibri" pitchFamily="34" charset="-122"/>
                <a:cs typeface="Calibri" pitchFamily="34" charset="-120"/>
              </a:rPr>
              <a:t>Manual review is slow and error-prone</a:t>
            </a:r>
            <a:endParaRPr lang="en-US" sz="1200" dirty="0"/>
          </a:p>
          <a:p>
            <a:pPr marL="228600" indent="-228600">
              <a:spcAft>
                <a:spcPts val="800"/>
              </a:spcAft>
              <a:buSzPct val="100000"/>
              <a:buChar char="•"/>
            </a:pPr>
            <a:r>
              <a:rPr lang="en-US" sz="1200" dirty="0">
                <a:solidFill>
                  <a:srgbClr val="36454F"/>
                </a:solidFill>
                <a:latin typeface="Calibri" pitchFamily="34" charset="0"/>
                <a:ea typeface="Calibri" pitchFamily="34" charset="-122"/>
                <a:cs typeface="Calibri" pitchFamily="34" charset="-120"/>
              </a:rPr>
              <a:t>Victims lose money and personal data</a:t>
            </a:r>
            <a:endParaRPr lang="en-US" sz="1200" dirty="0"/>
          </a:p>
        </p:txBody>
      </p:sp>
      <p:sp>
        <p:nvSpPr>
          <p:cNvPr id="10" name="Shape 6"/>
          <p:cNvSpPr/>
          <p:nvPr/>
        </p:nvSpPr>
        <p:spPr>
          <a:xfrm>
            <a:off x="4352544" y="1554480"/>
            <a:ext cx="3483864" cy="2331720"/>
          </a:xfrm>
          <a:prstGeom prst="rect">
            <a:avLst/>
          </a:prstGeom>
          <a:solidFill>
            <a:srgbClr val="EEF3FC"/>
          </a:solidFill>
          <a:ln/>
        </p:spPr>
      </p:sp>
      <p:sp>
        <p:nvSpPr>
          <p:cNvPr id="11" name="Shape 7"/>
          <p:cNvSpPr/>
          <p:nvPr/>
        </p:nvSpPr>
        <p:spPr>
          <a:xfrm>
            <a:off x="4608576" y="1810512"/>
            <a:ext cx="502920" cy="502920"/>
          </a:xfrm>
          <a:prstGeom prst="ellipse">
            <a:avLst/>
          </a:prstGeom>
          <a:solidFill>
            <a:srgbClr val="1E2761"/>
          </a:solidFill>
          <a:ln/>
        </p:spPr>
      </p:sp>
      <p:pic>
        <p:nvPicPr>
          <p:cNvPr id="12" name="Image 2" descr="/home/claude/icons/target_white.png"/>
          <p:cNvPicPr>
            <a:picLocks noChangeAspect="1"/>
          </p:cNvPicPr>
          <p:nvPr/>
        </p:nvPicPr>
        <p:blipFill>
          <a:blip r:embed="rId4"/>
          <a:stretch>
            <a:fillRect/>
          </a:stretch>
        </p:blipFill>
        <p:spPr>
          <a:xfrm>
            <a:off x="4739335" y="1941271"/>
            <a:ext cx="241402" cy="241402"/>
          </a:xfrm>
          <a:prstGeom prst="rect">
            <a:avLst/>
          </a:prstGeom>
        </p:spPr>
      </p:pic>
      <p:sp>
        <p:nvSpPr>
          <p:cNvPr id="13" name="Text 8"/>
          <p:cNvSpPr/>
          <p:nvPr/>
        </p:nvSpPr>
        <p:spPr>
          <a:xfrm>
            <a:off x="4608576" y="2423160"/>
            <a:ext cx="2971800" cy="365760"/>
          </a:xfrm>
          <a:prstGeom prst="rect">
            <a:avLst/>
          </a:prstGeom>
          <a:noFill/>
          <a:ln/>
        </p:spPr>
        <p:txBody>
          <a:bodyPr wrap="square" rtlCol="0" anchor="ctr"/>
          <a:lstStyle/>
          <a:p>
            <a:pPr marL="0" indent="0">
              <a:buNone/>
            </a:pPr>
            <a:r>
              <a:rPr lang="en-US" sz="1500" b="1" dirty="0">
                <a:solidFill>
                  <a:srgbClr val="1E2761"/>
                </a:solidFill>
                <a:latin typeface="Cambria" pitchFamily="34" charset="0"/>
                <a:ea typeface="Cambria" pitchFamily="34" charset="-122"/>
                <a:cs typeface="Cambria" pitchFamily="34" charset="-120"/>
              </a:rPr>
              <a:t>Need For System</a:t>
            </a:r>
            <a:endParaRPr lang="en-US" sz="1500" dirty="0"/>
          </a:p>
        </p:txBody>
      </p:sp>
      <p:sp>
        <p:nvSpPr>
          <p:cNvPr id="14" name="Text 9"/>
          <p:cNvSpPr/>
          <p:nvPr/>
        </p:nvSpPr>
        <p:spPr>
          <a:xfrm>
            <a:off x="4608576" y="2788920"/>
            <a:ext cx="2971800" cy="1005840"/>
          </a:xfrm>
          <a:prstGeom prst="rect">
            <a:avLst/>
          </a:prstGeom>
          <a:noFill/>
          <a:ln/>
        </p:spPr>
        <p:txBody>
          <a:bodyPr wrap="square" rtlCol="0" anchor="t"/>
          <a:lstStyle/>
          <a:p>
            <a:pPr marL="228600" indent="-228600">
              <a:spcAft>
                <a:spcPts val="800"/>
              </a:spcAft>
              <a:buSzPct val="100000"/>
              <a:buChar char="•"/>
            </a:pPr>
            <a:r>
              <a:rPr lang="en-US" sz="1200" dirty="0">
                <a:solidFill>
                  <a:srgbClr val="36454F"/>
                </a:solidFill>
                <a:latin typeface="Calibri" pitchFamily="34" charset="0"/>
                <a:ea typeface="Calibri" pitchFamily="34" charset="-122"/>
                <a:cs typeface="Calibri" pitchFamily="34" charset="-120"/>
              </a:rPr>
              <a:t>Automated, scalable screening is required</a:t>
            </a:r>
            <a:endParaRPr lang="en-US" sz="1200" dirty="0"/>
          </a:p>
          <a:p>
            <a:pPr marL="228600" indent="-228600">
              <a:spcAft>
                <a:spcPts val="800"/>
              </a:spcAft>
              <a:buSzPct val="100000"/>
              <a:buChar char="•"/>
            </a:pPr>
            <a:r>
              <a:rPr lang="en-US" sz="1200" dirty="0">
                <a:solidFill>
                  <a:srgbClr val="36454F"/>
                </a:solidFill>
                <a:latin typeface="Calibri" pitchFamily="34" charset="0"/>
                <a:ea typeface="Calibri" pitchFamily="34" charset="-122"/>
                <a:cs typeface="Calibri" pitchFamily="34" charset="-120"/>
              </a:rPr>
              <a:t>Consistent, unbiased decision-making</a:t>
            </a:r>
            <a:endParaRPr lang="en-US" sz="1200" dirty="0"/>
          </a:p>
          <a:p>
            <a:pPr marL="228600" indent="-228600">
              <a:spcAft>
                <a:spcPts val="800"/>
              </a:spcAft>
              <a:buSzPct val="100000"/>
              <a:buChar char="•"/>
            </a:pPr>
            <a:r>
              <a:rPr lang="en-US" sz="1200" dirty="0">
                <a:solidFill>
                  <a:srgbClr val="36454F"/>
                </a:solidFill>
                <a:latin typeface="Calibri" pitchFamily="34" charset="0"/>
                <a:ea typeface="Calibri" pitchFamily="34" charset="-122"/>
                <a:cs typeface="Calibri" pitchFamily="34" charset="-120"/>
              </a:rPr>
              <a:t>Real-time protection for job seekers</a:t>
            </a:r>
            <a:endParaRPr lang="en-US" sz="1200" dirty="0"/>
          </a:p>
        </p:txBody>
      </p:sp>
      <p:sp>
        <p:nvSpPr>
          <p:cNvPr id="15" name="Shape 10"/>
          <p:cNvSpPr/>
          <p:nvPr/>
        </p:nvSpPr>
        <p:spPr>
          <a:xfrm>
            <a:off x="8156448" y="1554480"/>
            <a:ext cx="3483864" cy="2331720"/>
          </a:xfrm>
          <a:prstGeom prst="rect">
            <a:avLst/>
          </a:prstGeom>
          <a:solidFill>
            <a:srgbClr val="EEF3FC"/>
          </a:solidFill>
          <a:ln/>
        </p:spPr>
      </p:sp>
      <p:sp>
        <p:nvSpPr>
          <p:cNvPr id="16" name="Shape 11"/>
          <p:cNvSpPr/>
          <p:nvPr/>
        </p:nvSpPr>
        <p:spPr>
          <a:xfrm>
            <a:off x="8412480" y="1810512"/>
            <a:ext cx="502920" cy="502920"/>
          </a:xfrm>
          <a:prstGeom prst="ellipse">
            <a:avLst/>
          </a:prstGeom>
          <a:solidFill>
            <a:srgbClr val="1E2761"/>
          </a:solidFill>
          <a:ln/>
        </p:spPr>
      </p:sp>
      <p:pic>
        <p:nvPicPr>
          <p:cNvPr id="17" name="Image 3" descr="/home/claude/icons/checkcircle_white.png"/>
          <p:cNvPicPr>
            <a:picLocks noChangeAspect="1"/>
          </p:cNvPicPr>
          <p:nvPr/>
        </p:nvPicPr>
        <p:blipFill>
          <a:blip r:embed="rId5"/>
          <a:stretch>
            <a:fillRect/>
          </a:stretch>
        </p:blipFill>
        <p:spPr>
          <a:xfrm>
            <a:off x="8543239" y="1941271"/>
            <a:ext cx="241402" cy="241402"/>
          </a:xfrm>
          <a:prstGeom prst="rect">
            <a:avLst/>
          </a:prstGeom>
        </p:spPr>
      </p:pic>
      <p:sp>
        <p:nvSpPr>
          <p:cNvPr id="18" name="Text 12"/>
          <p:cNvSpPr/>
          <p:nvPr/>
        </p:nvSpPr>
        <p:spPr>
          <a:xfrm>
            <a:off x="8412480" y="2423160"/>
            <a:ext cx="2971800" cy="365760"/>
          </a:xfrm>
          <a:prstGeom prst="rect">
            <a:avLst/>
          </a:prstGeom>
          <a:noFill/>
          <a:ln/>
        </p:spPr>
        <p:txBody>
          <a:bodyPr wrap="square" rtlCol="0" anchor="ctr"/>
          <a:lstStyle/>
          <a:p>
            <a:pPr marL="0" indent="0">
              <a:buNone/>
            </a:pPr>
            <a:r>
              <a:rPr lang="en-US" sz="1500" b="1" dirty="0">
                <a:solidFill>
                  <a:srgbClr val="1E2761"/>
                </a:solidFill>
                <a:latin typeface="Cambria" pitchFamily="34" charset="0"/>
                <a:ea typeface="Cambria" pitchFamily="34" charset="-122"/>
                <a:cs typeface="Cambria" pitchFamily="34" charset="-120"/>
              </a:rPr>
              <a:t>Objectives</a:t>
            </a:r>
            <a:endParaRPr lang="en-US" sz="1500" dirty="0"/>
          </a:p>
        </p:txBody>
      </p:sp>
      <p:sp>
        <p:nvSpPr>
          <p:cNvPr id="19" name="Text 13"/>
          <p:cNvSpPr/>
          <p:nvPr/>
        </p:nvSpPr>
        <p:spPr>
          <a:xfrm>
            <a:off x="8412480" y="2788920"/>
            <a:ext cx="2971800" cy="1005840"/>
          </a:xfrm>
          <a:prstGeom prst="rect">
            <a:avLst/>
          </a:prstGeom>
          <a:noFill/>
          <a:ln/>
        </p:spPr>
        <p:txBody>
          <a:bodyPr wrap="square" rtlCol="0" anchor="t"/>
          <a:lstStyle/>
          <a:p>
            <a:pPr marL="228600" indent="-228600">
              <a:spcAft>
                <a:spcPts val="800"/>
              </a:spcAft>
              <a:buSzPct val="100000"/>
              <a:buChar char="•"/>
            </a:pPr>
            <a:r>
              <a:rPr lang="en-US" sz="1200" dirty="0">
                <a:solidFill>
                  <a:srgbClr val="36454F"/>
                </a:solidFill>
                <a:latin typeface="Calibri" pitchFamily="34" charset="0"/>
                <a:ea typeface="Calibri" pitchFamily="34" charset="-122"/>
                <a:cs typeface="Calibri" pitchFamily="34" charset="-120"/>
              </a:rPr>
              <a:t>Build an accurate fraud classification model</a:t>
            </a:r>
            <a:endParaRPr lang="en-US" sz="1200" dirty="0"/>
          </a:p>
          <a:p>
            <a:pPr marL="228600" indent="-228600">
              <a:spcAft>
                <a:spcPts val="800"/>
              </a:spcAft>
              <a:buSzPct val="100000"/>
              <a:buChar char="•"/>
            </a:pPr>
            <a:r>
              <a:rPr lang="en-US" sz="1200" dirty="0">
                <a:solidFill>
                  <a:srgbClr val="36454F"/>
                </a:solidFill>
                <a:latin typeface="Calibri" pitchFamily="34" charset="0"/>
                <a:ea typeface="Calibri" pitchFamily="34" charset="-122"/>
                <a:cs typeface="Calibri" pitchFamily="34" charset="-120"/>
              </a:rPr>
              <a:t>Apply NLP to analyse posting text</a:t>
            </a:r>
            <a:endParaRPr lang="en-US" sz="1200" dirty="0"/>
          </a:p>
          <a:p>
            <a:pPr marL="228600" indent="-228600">
              <a:spcAft>
                <a:spcPts val="800"/>
              </a:spcAft>
              <a:buSzPct val="100000"/>
              <a:buChar char="•"/>
            </a:pPr>
            <a:r>
              <a:rPr lang="en-US" sz="1200" dirty="0">
                <a:solidFill>
                  <a:srgbClr val="36454F"/>
                </a:solidFill>
                <a:latin typeface="Calibri" pitchFamily="34" charset="0"/>
                <a:ea typeface="Calibri" pitchFamily="34" charset="-122"/>
                <a:cs typeface="Calibri" pitchFamily="34" charset="-120"/>
              </a:rPr>
              <a:t>Deploy as an easy-to-use web application</a:t>
            </a:r>
            <a:endParaRPr lang="en-US" sz="1200" dirty="0"/>
          </a:p>
        </p:txBody>
      </p:sp>
      <p:sp>
        <p:nvSpPr>
          <p:cNvPr id="20" name="Text 14"/>
          <p:cNvSpPr/>
          <p:nvPr/>
        </p:nvSpPr>
        <p:spPr>
          <a:xfrm>
            <a:off x="548640" y="4206240"/>
            <a:ext cx="11091672" cy="822960"/>
          </a:xfrm>
          <a:prstGeom prst="rect">
            <a:avLst/>
          </a:prstGeom>
          <a:noFill/>
          <a:ln/>
        </p:spPr>
        <p:txBody>
          <a:bodyPr wrap="square" rtlCol="0" anchor="ctr"/>
          <a:lstStyle/>
          <a:p>
            <a:pPr marL="0" indent="0" algn="ctr">
              <a:buNone/>
            </a:pPr>
            <a:r>
              <a:rPr lang="en-US" sz="1400" i="1" dirty="0">
                <a:solidFill>
                  <a:srgbClr val="36454F"/>
                </a:solidFill>
                <a:latin typeface="Calibri" pitchFamily="34" charset="0"/>
                <a:ea typeface="Calibri" pitchFamily="34" charset="-122"/>
                <a:cs typeface="Calibri" pitchFamily="34" charset="-120"/>
              </a:rPr>
              <a:t>Bottom line: manual moderation cannot keep pace with fraud volume — an ML-driven, NLP-based classifier is needed to flag suspicious postings automatically and reliably.</a:t>
            </a:r>
            <a:endParaRPr lang="en-US" sz="1400" dirty="0"/>
          </a:p>
        </p:txBody>
      </p:sp>
      <p:sp>
        <p:nvSpPr>
          <p:cNvPr id="21" name="Text 15"/>
          <p:cNvSpPr/>
          <p:nvPr/>
        </p:nvSpPr>
        <p:spPr>
          <a:xfrm>
            <a:off x="457200" y="6519672"/>
            <a:ext cx="7315200" cy="274320"/>
          </a:xfrm>
          <a:prstGeom prst="rect">
            <a:avLst/>
          </a:prstGeom>
          <a:noFill/>
          <a:ln/>
        </p:spPr>
        <p:txBody>
          <a:bodyPr wrap="square" rtlCol="0" anchor="ctr"/>
          <a:lstStyle/>
          <a:p>
            <a:pPr marL="0" indent="0" algn="l">
              <a:buNone/>
            </a:pPr>
            <a:r>
              <a:rPr lang="en-US" sz="900" dirty="0">
                <a:solidFill>
                  <a:srgbClr val="8492A6"/>
                </a:solidFill>
                <a:latin typeface="Calibri" pitchFamily="34" charset="0"/>
                <a:ea typeface="Calibri" pitchFamily="34" charset="-122"/>
                <a:cs typeface="Calibri" pitchFamily="34" charset="-120"/>
              </a:rPr>
              <a:t>Fake Job Posting Detection Using Machine Learning</a:t>
            </a:r>
            <a:endParaRPr lang="en-US" sz="900" dirty="0"/>
          </a:p>
        </p:txBody>
      </p:sp>
      <p:sp>
        <p:nvSpPr>
          <p:cNvPr id="22" name="Text 16"/>
          <p:cNvSpPr/>
          <p:nvPr/>
        </p:nvSpPr>
        <p:spPr>
          <a:xfrm>
            <a:off x="11274552" y="6519672"/>
            <a:ext cx="457200" cy="274320"/>
          </a:xfrm>
          <a:prstGeom prst="rect">
            <a:avLst/>
          </a:prstGeom>
          <a:noFill/>
          <a:ln/>
        </p:spPr>
        <p:txBody>
          <a:bodyPr wrap="square" rtlCol="0" anchor="ctr"/>
          <a:lstStyle/>
          <a:p>
            <a:pPr marL="0" indent="0" algn="r">
              <a:buNone/>
            </a:pPr>
            <a:r>
              <a:rPr lang="en-US" sz="900" dirty="0">
                <a:solidFill>
                  <a:srgbClr val="8492A6"/>
                </a:solidFill>
                <a:latin typeface="Calibri" pitchFamily="34" charset="0"/>
                <a:ea typeface="Calibri" pitchFamily="34" charset="-122"/>
                <a:cs typeface="Calibri" pitchFamily="34" charset="-120"/>
              </a:rPr>
              <a:t>3</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548640" y="457200"/>
            <a:ext cx="502920" cy="502920"/>
          </a:xfrm>
          <a:prstGeom prst="ellipse">
            <a:avLst/>
          </a:prstGeom>
          <a:solidFill>
            <a:srgbClr val="1E2761"/>
          </a:solidFill>
          <a:ln/>
        </p:spPr>
      </p:sp>
      <p:pic>
        <p:nvPicPr>
          <p:cNvPr id="3" name="Image 0" descr="/home/claude/icons/database_white.png"/>
          <p:cNvPicPr>
            <a:picLocks noChangeAspect="1"/>
          </p:cNvPicPr>
          <p:nvPr/>
        </p:nvPicPr>
        <p:blipFill>
          <a:blip r:embed="rId3"/>
          <a:stretch>
            <a:fillRect/>
          </a:stretch>
        </p:blipFill>
        <p:spPr>
          <a:xfrm>
            <a:off x="679399" y="587959"/>
            <a:ext cx="241402" cy="241402"/>
          </a:xfrm>
          <a:prstGeom prst="rect">
            <a:avLst/>
          </a:prstGeom>
        </p:spPr>
      </p:pic>
      <p:sp>
        <p:nvSpPr>
          <p:cNvPr id="4" name="Text 1"/>
          <p:cNvSpPr/>
          <p:nvPr/>
        </p:nvSpPr>
        <p:spPr>
          <a:xfrm>
            <a:off x="1234440" y="402336"/>
            <a:ext cx="8229600" cy="612648"/>
          </a:xfrm>
          <a:prstGeom prst="rect">
            <a:avLst/>
          </a:prstGeom>
          <a:noFill/>
          <a:ln/>
        </p:spPr>
        <p:txBody>
          <a:bodyPr wrap="square" rtlCol="0" anchor="ctr"/>
          <a:lstStyle/>
          <a:p>
            <a:pPr marL="0" indent="0">
              <a:buNone/>
            </a:pPr>
            <a:r>
              <a:rPr lang="en-US" sz="2600" b="1" dirty="0">
                <a:solidFill>
                  <a:srgbClr val="1E2761"/>
                </a:solidFill>
                <a:latin typeface="Cambria" pitchFamily="34" charset="0"/>
                <a:ea typeface="Cambria" pitchFamily="34" charset="-122"/>
                <a:cs typeface="Cambria" pitchFamily="34" charset="-120"/>
              </a:rPr>
              <a:t>Dataset</a:t>
            </a:r>
            <a:endParaRPr lang="en-US" sz="2600" dirty="0"/>
          </a:p>
        </p:txBody>
      </p:sp>
      <p:sp>
        <p:nvSpPr>
          <p:cNvPr id="5" name="Shape 2"/>
          <p:cNvSpPr/>
          <p:nvPr/>
        </p:nvSpPr>
        <p:spPr>
          <a:xfrm>
            <a:off x="548640" y="1508760"/>
            <a:ext cx="3566160" cy="1417320"/>
          </a:xfrm>
          <a:prstGeom prst="rect">
            <a:avLst/>
          </a:prstGeom>
          <a:solidFill>
            <a:srgbClr val="EEF3FC"/>
          </a:solidFill>
          <a:ln/>
        </p:spPr>
      </p:sp>
      <p:sp>
        <p:nvSpPr>
          <p:cNvPr id="6" name="Text 3"/>
          <p:cNvSpPr/>
          <p:nvPr/>
        </p:nvSpPr>
        <p:spPr>
          <a:xfrm>
            <a:off x="548640" y="1618488"/>
            <a:ext cx="3566160" cy="685800"/>
          </a:xfrm>
          <a:prstGeom prst="rect">
            <a:avLst/>
          </a:prstGeom>
          <a:noFill/>
          <a:ln/>
        </p:spPr>
        <p:txBody>
          <a:bodyPr wrap="square" rtlCol="0" anchor="ctr"/>
          <a:lstStyle/>
          <a:p>
            <a:pPr marL="0" indent="0" algn="ctr">
              <a:buNone/>
            </a:pPr>
            <a:r>
              <a:rPr lang="en-US" sz="3400" b="1" dirty="0">
                <a:solidFill>
                  <a:srgbClr val="1E2761"/>
                </a:solidFill>
                <a:latin typeface="Cambria" pitchFamily="34" charset="0"/>
                <a:ea typeface="Cambria" pitchFamily="34" charset="-122"/>
                <a:cs typeface="Cambria" pitchFamily="34" charset="-120"/>
              </a:rPr>
              <a:t>17,880</a:t>
            </a:r>
            <a:endParaRPr lang="en-US" sz="3400" dirty="0"/>
          </a:p>
        </p:txBody>
      </p:sp>
      <p:sp>
        <p:nvSpPr>
          <p:cNvPr id="7" name="Text 4"/>
          <p:cNvSpPr/>
          <p:nvPr/>
        </p:nvSpPr>
        <p:spPr>
          <a:xfrm>
            <a:off x="548640" y="2377440"/>
            <a:ext cx="3566160" cy="365760"/>
          </a:xfrm>
          <a:prstGeom prst="rect">
            <a:avLst/>
          </a:prstGeom>
          <a:noFill/>
          <a:ln/>
        </p:spPr>
        <p:txBody>
          <a:bodyPr wrap="square" rtlCol="0" anchor="ctr"/>
          <a:lstStyle/>
          <a:p>
            <a:pPr marL="0" indent="0" algn="ctr">
              <a:buNone/>
            </a:pPr>
            <a:r>
              <a:rPr lang="en-US" sz="1300" dirty="0">
                <a:solidFill>
                  <a:srgbClr val="36454F"/>
                </a:solidFill>
                <a:latin typeface="Calibri" pitchFamily="34" charset="0"/>
                <a:ea typeface="Calibri" pitchFamily="34" charset="-122"/>
                <a:cs typeface="Calibri" pitchFamily="34" charset="-120"/>
              </a:rPr>
              <a:t>Total Records</a:t>
            </a:r>
            <a:endParaRPr lang="en-US" sz="1300" dirty="0"/>
          </a:p>
        </p:txBody>
      </p:sp>
      <p:sp>
        <p:nvSpPr>
          <p:cNvPr id="8" name="Shape 5"/>
          <p:cNvSpPr/>
          <p:nvPr/>
        </p:nvSpPr>
        <p:spPr>
          <a:xfrm>
            <a:off x="4389120" y="1508760"/>
            <a:ext cx="3566160" cy="1417320"/>
          </a:xfrm>
          <a:prstGeom prst="rect">
            <a:avLst/>
          </a:prstGeom>
          <a:solidFill>
            <a:srgbClr val="EEF3FC"/>
          </a:solidFill>
          <a:ln/>
        </p:spPr>
      </p:sp>
      <p:sp>
        <p:nvSpPr>
          <p:cNvPr id="9" name="Text 6"/>
          <p:cNvSpPr/>
          <p:nvPr/>
        </p:nvSpPr>
        <p:spPr>
          <a:xfrm>
            <a:off x="4389120" y="1618488"/>
            <a:ext cx="3566160" cy="685800"/>
          </a:xfrm>
          <a:prstGeom prst="rect">
            <a:avLst/>
          </a:prstGeom>
          <a:noFill/>
          <a:ln/>
        </p:spPr>
        <p:txBody>
          <a:bodyPr wrap="square" rtlCol="0" anchor="ctr"/>
          <a:lstStyle/>
          <a:p>
            <a:pPr marL="0" indent="0" algn="ctr">
              <a:buNone/>
            </a:pPr>
            <a:r>
              <a:rPr lang="en-US" sz="3400" b="1" dirty="0">
                <a:solidFill>
                  <a:srgbClr val="1E2761"/>
                </a:solidFill>
                <a:latin typeface="Cambria" pitchFamily="34" charset="0"/>
                <a:ea typeface="Cambria" pitchFamily="34" charset="-122"/>
                <a:cs typeface="Cambria" pitchFamily="34" charset="-120"/>
              </a:rPr>
              <a:t>17,014</a:t>
            </a:r>
            <a:endParaRPr lang="en-US" sz="3400" dirty="0"/>
          </a:p>
        </p:txBody>
      </p:sp>
      <p:sp>
        <p:nvSpPr>
          <p:cNvPr id="10" name="Text 7"/>
          <p:cNvSpPr/>
          <p:nvPr/>
        </p:nvSpPr>
        <p:spPr>
          <a:xfrm>
            <a:off x="4389120" y="2377440"/>
            <a:ext cx="3566160" cy="365760"/>
          </a:xfrm>
          <a:prstGeom prst="rect">
            <a:avLst/>
          </a:prstGeom>
          <a:noFill/>
          <a:ln/>
        </p:spPr>
        <p:txBody>
          <a:bodyPr wrap="square" rtlCol="0" anchor="ctr"/>
          <a:lstStyle/>
          <a:p>
            <a:pPr marL="0" indent="0" algn="ctr">
              <a:buNone/>
            </a:pPr>
            <a:r>
              <a:rPr lang="en-US" sz="1300" dirty="0">
                <a:solidFill>
                  <a:srgbClr val="36454F"/>
                </a:solidFill>
                <a:latin typeface="Calibri" pitchFamily="34" charset="0"/>
                <a:ea typeface="Calibri" pitchFamily="34" charset="-122"/>
                <a:cs typeface="Calibri" pitchFamily="34" charset="-120"/>
              </a:rPr>
              <a:t>Genuine Postings</a:t>
            </a:r>
            <a:endParaRPr lang="en-US" sz="1300" dirty="0"/>
          </a:p>
        </p:txBody>
      </p:sp>
      <p:sp>
        <p:nvSpPr>
          <p:cNvPr id="11" name="Shape 8"/>
          <p:cNvSpPr/>
          <p:nvPr/>
        </p:nvSpPr>
        <p:spPr>
          <a:xfrm>
            <a:off x="8229600" y="1508760"/>
            <a:ext cx="3566160" cy="1417320"/>
          </a:xfrm>
          <a:prstGeom prst="rect">
            <a:avLst/>
          </a:prstGeom>
          <a:solidFill>
            <a:srgbClr val="F6E4E2"/>
          </a:solidFill>
          <a:ln/>
        </p:spPr>
      </p:sp>
      <p:sp>
        <p:nvSpPr>
          <p:cNvPr id="12" name="Text 9"/>
          <p:cNvSpPr/>
          <p:nvPr/>
        </p:nvSpPr>
        <p:spPr>
          <a:xfrm>
            <a:off x="8229600" y="1618488"/>
            <a:ext cx="3566160" cy="685800"/>
          </a:xfrm>
          <a:prstGeom prst="rect">
            <a:avLst/>
          </a:prstGeom>
          <a:noFill/>
          <a:ln/>
        </p:spPr>
        <p:txBody>
          <a:bodyPr wrap="square" rtlCol="0" anchor="ctr"/>
          <a:lstStyle/>
          <a:p>
            <a:pPr marL="0" indent="0" algn="ctr">
              <a:buNone/>
            </a:pPr>
            <a:r>
              <a:rPr lang="en-US" sz="3400" b="1" dirty="0">
                <a:solidFill>
                  <a:srgbClr val="B0342A"/>
                </a:solidFill>
                <a:latin typeface="Cambria" pitchFamily="34" charset="0"/>
                <a:ea typeface="Cambria" pitchFamily="34" charset="-122"/>
                <a:cs typeface="Cambria" pitchFamily="34" charset="-120"/>
              </a:rPr>
              <a:t>866</a:t>
            </a:r>
            <a:endParaRPr lang="en-US" sz="3400" dirty="0"/>
          </a:p>
        </p:txBody>
      </p:sp>
      <p:sp>
        <p:nvSpPr>
          <p:cNvPr id="13" name="Text 10"/>
          <p:cNvSpPr/>
          <p:nvPr/>
        </p:nvSpPr>
        <p:spPr>
          <a:xfrm>
            <a:off x="8229600" y="2377440"/>
            <a:ext cx="3566160" cy="365760"/>
          </a:xfrm>
          <a:prstGeom prst="rect">
            <a:avLst/>
          </a:prstGeom>
          <a:noFill/>
          <a:ln/>
        </p:spPr>
        <p:txBody>
          <a:bodyPr wrap="square" rtlCol="0" anchor="ctr"/>
          <a:lstStyle/>
          <a:p>
            <a:pPr marL="0" indent="0" algn="ctr">
              <a:buNone/>
            </a:pPr>
            <a:r>
              <a:rPr lang="en-US" sz="1300" dirty="0">
                <a:solidFill>
                  <a:srgbClr val="36454F"/>
                </a:solidFill>
                <a:latin typeface="Calibri" pitchFamily="34" charset="0"/>
                <a:ea typeface="Calibri" pitchFamily="34" charset="-122"/>
                <a:cs typeface="Calibri" pitchFamily="34" charset="-120"/>
              </a:rPr>
              <a:t>Fraudulent Postings</a:t>
            </a:r>
            <a:endParaRPr lang="en-US" sz="1300" dirty="0"/>
          </a:p>
        </p:txBody>
      </p:sp>
      <p:sp>
        <p:nvSpPr>
          <p:cNvPr id="14" name="Text 11"/>
          <p:cNvSpPr/>
          <p:nvPr/>
        </p:nvSpPr>
        <p:spPr>
          <a:xfrm>
            <a:off x="548640" y="3246120"/>
            <a:ext cx="5486400" cy="365760"/>
          </a:xfrm>
          <a:prstGeom prst="rect">
            <a:avLst/>
          </a:prstGeom>
          <a:noFill/>
          <a:ln/>
        </p:spPr>
        <p:txBody>
          <a:bodyPr wrap="square" rtlCol="0" anchor="ctr"/>
          <a:lstStyle/>
          <a:p>
            <a:pPr marL="0" indent="0">
              <a:buNone/>
            </a:pPr>
            <a:r>
              <a:rPr lang="en-US" sz="1700" b="1" dirty="0">
                <a:solidFill>
                  <a:srgbClr val="1E2761"/>
                </a:solidFill>
                <a:latin typeface="Cambria" pitchFamily="34" charset="0"/>
                <a:ea typeface="Cambria" pitchFamily="34" charset="-122"/>
                <a:cs typeface="Cambria" pitchFamily="34" charset="-120"/>
              </a:rPr>
              <a:t>Dataset Details</a:t>
            </a:r>
            <a:endParaRPr lang="en-US" sz="1700" dirty="0"/>
          </a:p>
        </p:txBody>
      </p:sp>
      <p:sp>
        <p:nvSpPr>
          <p:cNvPr id="15" name="Text 12"/>
          <p:cNvSpPr/>
          <p:nvPr/>
        </p:nvSpPr>
        <p:spPr>
          <a:xfrm>
            <a:off x="548640" y="3657600"/>
            <a:ext cx="6400800" cy="2377440"/>
          </a:xfrm>
          <a:prstGeom prst="rect">
            <a:avLst/>
          </a:prstGeom>
          <a:noFill/>
          <a:ln/>
        </p:spPr>
        <p:txBody>
          <a:bodyPr wrap="square" rtlCol="0" anchor="t"/>
          <a:lstStyle/>
          <a:p>
            <a:pPr marL="228600" indent="-228600">
              <a:spcAft>
                <a:spcPts val="1200"/>
              </a:spcAft>
              <a:buSzPct val="100000"/>
              <a:buChar char="•"/>
            </a:pPr>
            <a:r>
              <a:rPr lang="en-US" sz="1450" dirty="0">
                <a:solidFill>
                  <a:srgbClr val="36454F"/>
                </a:solidFill>
                <a:latin typeface="Calibri" pitchFamily="34" charset="0"/>
                <a:ea typeface="Calibri" pitchFamily="34" charset="-122"/>
                <a:cs typeface="Calibri" pitchFamily="34" charset="-120"/>
              </a:rPr>
              <a:t>Source: Kaggle — “Fake Job Posting Prediction” dataset</a:t>
            </a:r>
            <a:endParaRPr lang="en-US" sz="1450" dirty="0"/>
          </a:p>
          <a:p>
            <a:pPr marL="228600" indent="-228600">
              <a:spcAft>
                <a:spcPts val="1200"/>
              </a:spcAft>
              <a:buSzPct val="100000"/>
              <a:buChar char="•"/>
            </a:pPr>
            <a:r>
              <a:rPr lang="en-US" sz="1450" dirty="0">
                <a:solidFill>
                  <a:srgbClr val="36454F"/>
                </a:solidFill>
                <a:latin typeface="Calibri" pitchFamily="34" charset="0"/>
                <a:ea typeface="Calibri" pitchFamily="34" charset="-122"/>
                <a:cs typeface="Calibri" pitchFamily="34" charset="-120"/>
              </a:rPr>
              <a:t>Target variable: Fraudulent (binary — Genuine vs Fraudulent)</a:t>
            </a:r>
            <a:endParaRPr lang="en-US" sz="1450" dirty="0"/>
          </a:p>
          <a:p>
            <a:pPr marL="228600" indent="-228600">
              <a:spcAft>
                <a:spcPts val="1200"/>
              </a:spcAft>
              <a:buSzPct val="100000"/>
              <a:buChar char="•"/>
            </a:pPr>
            <a:r>
              <a:rPr lang="en-US" sz="1450" dirty="0">
                <a:solidFill>
                  <a:srgbClr val="36454F"/>
                </a:solidFill>
                <a:latin typeface="Calibri" pitchFamily="34" charset="0"/>
                <a:ea typeface="Calibri" pitchFamily="34" charset="-122"/>
                <a:cs typeface="Calibri" pitchFamily="34" charset="-120"/>
              </a:rPr>
              <a:t>Features: title, description, requirements, company profile, and more</a:t>
            </a:r>
            <a:endParaRPr lang="en-US" sz="1450" dirty="0"/>
          </a:p>
          <a:p>
            <a:pPr marL="228600" indent="-228600">
              <a:spcAft>
                <a:spcPts val="1200"/>
              </a:spcAft>
              <a:buSzPct val="100000"/>
              <a:buChar char="•"/>
            </a:pPr>
            <a:r>
              <a:rPr lang="en-US" sz="1450" dirty="0">
                <a:solidFill>
                  <a:srgbClr val="36454F"/>
                </a:solidFill>
                <a:latin typeface="Calibri" pitchFamily="34" charset="0"/>
                <a:ea typeface="Calibri" pitchFamily="34" charset="-122"/>
                <a:cs typeface="Calibri" pitchFamily="34" charset="-120"/>
              </a:rPr>
              <a:t>Highly imbalanced: fraudulent posts are the minority class</a:t>
            </a:r>
            <a:endParaRPr lang="en-US" sz="1450" dirty="0"/>
          </a:p>
        </p:txBody>
      </p:sp>
      <p:sp>
        <p:nvSpPr>
          <p:cNvPr id="16" name="Shape 13"/>
          <p:cNvSpPr/>
          <p:nvPr/>
        </p:nvSpPr>
        <p:spPr>
          <a:xfrm>
            <a:off x="7269480" y="3246120"/>
            <a:ext cx="4370832" cy="2880360"/>
          </a:xfrm>
          <a:prstGeom prst="rect">
            <a:avLst/>
          </a:prstGeom>
          <a:solidFill>
            <a:srgbClr val="1E2761"/>
          </a:solidFill>
          <a:ln/>
        </p:spPr>
      </p:sp>
      <p:sp>
        <p:nvSpPr>
          <p:cNvPr id="17" name="Shape 14"/>
          <p:cNvSpPr/>
          <p:nvPr/>
        </p:nvSpPr>
        <p:spPr>
          <a:xfrm>
            <a:off x="7589520" y="3520440"/>
            <a:ext cx="457200" cy="457200"/>
          </a:xfrm>
          <a:prstGeom prst="ellipse">
            <a:avLst/>
          </a:prstGeom>
          <a:solidFill>
            <a:srgbClr val="CADCFC"/>
          </a:solidFill>
          <a:ln/>
        </p:spPr>
      </p:sp>
      <p:pic>
        <p:nvPicPr>
          <p:cNvPr id="18" name="Image 1" descr="/home/claude/icons/filter_navy.png"/>
          <p:cNvPicPr>
            <a:picLocks noChangeAspect="1"/>
          </p:cNvPicPr>
          <p:nvPr/>
        </p:nvPicPr>
        <p:blipFill>
          <a:blip r:embed="rId4"/>
          <a:stretch>
            <a:fillRect/>
          </a:stretch>
        </p:blipFill>
        <p:spPr>
          <a:xfrm>
            <a:off x="7708392" y="3639312"/>
            <a:ext cx="219456" cy="219456"/>
          </a:xfrm>
          <a:prstGeom prst="rect">
            <a:avLst/>
          </a:prstGeom>
        </p:spPr>
      </p:pic>
      <p:sp>
        <p:nvSpPr>
          <p:cNvPr id="19" name="Text 15"/>
          <p:cNvSpPr/>
          <p:nvPr/>
        </p:nvSpPr>
        <p:spPr>
          <a:xfrm>
            <a:off x="8183880" y="3474720"/>
            <a:ext cx="3200400" cy="457200"/>
          </a:xfrm>
          <a:prstGeom prst="rect">
            <a:avLst/>
          </a:prstGeom>
          <a:noFill/>
          <a:ln/>
        </p:spPr>
        <p:txBody>
          <a:bodyPr wrap="square" rtlCol="0" anchor="ctr"/>
          <a:lstStyle/>
          <a:p>
            <a:pPr marL="0" indent="0">
              <a:buNone/>
            </a:pPr>
            <a:r>
              <a:rPr lang="en-US" sz="1400" b="1" dirty="0">
                <a:solidFill>
                  <a:srgbClr val="FFFFFF"/>
                </a:solidFill>
                <a:latin typeface="Cambria" pitchFamily="34" charset="0"/>
                <a:ea typeface="Cambria" pitchFamily="34" charset="-122"/>
                <a:cs typeface="Cambria" pitchFamily="34" charset="-120"/>
              </a:rPr>
              <a:t>Key Characteristic</a:t>
            </a:r>
            <a:endParaRPr lang="en-US" sz="1400" dirty="0"/>
          </a:p>
        </p:txBody>
      </p:sp>
      <p:sp>
        <p:nvSpPr>
          <p:cNvPr id="20" name="Text 16"/>
          <p:cNvSpPr/>
          <p:nvPr/>
        </p:nvSpPr>
        <p:spPr>
          <a:xfrm>
            <a:off x="7589520" y="4160520"/>
            <a:ext cx="3749040" cy="457200"/>
          </a:xfrm>
          <a:prstGeom prst="rect">
            <a:avLst/>
          </a:prstGeom>
          <a:noFill/>
          <a:ln/>
        </p:spPr>
        <p:txBody>
          <a:bodyPr wrap="square" rtlCol="0" anchor="ctr"/>
          <a:lstStyle/>
          <a:p>
            <a:pPr marL="0" indent="0">
              <a:buNone/>
            </a:pPr>
            <a:r>
              <a:rPr lang="en-US" sz="1800" b="1" dirty="0">
                <a:solidFill>
                  <a:srgbClr val="CADCFC"/>
                </a:solidFill>
                <a:latin typeface="Cambria" pitchFamily="34" charset="0"/>
                <a:ea typeface="Cambria" pitchFamily="34" charset="-122"/>
                <a:cs typeface="Cambria" pitchFamily="34" charset="-120"/>
              </a:rPr>
              <a:t>Class Imbalance</a:t>
            </a:r>
            <a:endParaRPr lang="en-US" sz="1800" dirty="0"/>
          </a:p>
        </p:txBody>
      </p:sp>
      <p:sp>
        <p:nvSpPr>
          <p:cNvPr id="21" name="Text 17"/>
          <p:cNvSpPr/>
          <p:nvPr/>
        </p:nvSpPr>
        <p:spPr>
          <a:xfrm>
            <a:off x="7589520" y="4617720"/>
            <a:ext cx="3749040" cy="1371600"/>
          </a:xfrm>
          <a:prstGeom prst="rect">
            <a:avLst/>
          </a:prstGeom>
          <a:noFill/>
          <a:ln/>
        </p:spPr>
        <p:txBody>
          <a:bodyPr wrap="square" rtlCol="0" anchor="ctr"/>
          <a:lstStyle/>
          <a:p>
            <a:pPr marL="0" indent="0">
              <a:buNone/>
            </a:pPr>
            <a:r>
              <a:rPr lang="en-US" sz="1250" dirty="0">
                <a:solidFill>
                  <a:srgbClr val="CADCFC"/>
                </a:solidFill>
                <a:latin typeface="Calibri" pitchFamily="34" charset="0"/>
                <a:ea typeface="Calibri" pitchFamily="34" charset="-122"/>
                <a:cs typeface="Calibri" pitchFamily="34" charset="-120"/>
              </a:rPr>
              <a:t>Only ~4.8% of postings are fraudulent, requiring careful handling during preprocessing and evaluation to avoid a biased model.</a:t>
            </a:r>
            <a:endParaRPr lang="en-US" sz="1250" dirty="0"/>
          </a:p>
        </p:txBody>
      </p:sp>
      <p:sp>
        <p:nvSpPr>
          <p:cNvPr id="22" name="Text 18"/>
          <p:cNvSpPr/>
          <p:nvPr/>
        </p:nvSpPr>
        <p:spPr>
          <a:xfrm>
            <a:off x="457200" y="6519672"/>
            <a:ext cx="7315200" cy="274320"/>
          </a:xfrm>
          <a:prstGeom prst="rect">
            <a:avLst/>
          </a:prstGeom>
          <a:noFill/>
          <a:ln/>
        </p:spPr>
        <p:txBody>
          <a:bodyPr wrap="square" rtlCol="0" anchor="ctr"/>
          <a:lstStyle/>
          <a:p>
            <a:pPr marL="0" indent="0" algn="l">
              <a:buNone/>
            </a:pPr>
            <a:r>
              <a:rPr lang="en-US" sz="900" dirty="0">
                <a:solidFill>
                  <a:srgbClr val="8492A6"/>
                </a:solidFill>
                <a:latin typeface="Calibri" pitchFamily="34" charset="0"/>
                <a:ea typeface="Calibri" pitchFamily="34" charset="-122"/>
                <a:cs typeface="Calibri" pitchFamily="34" charset="-120"/>
              </a:rPr>
              <a:t>Fake Job Posting Detection Using Machine Learning</a:t>
            </a:r>
            <a:endParaRPr lang="en-US" sz="900" dirty="0"/>
          </a:p>
        </p:txBody>
      </p:sp>
      <p:sp>
        <p:nvSpPr>
          <p:cNvPr id="23" name="Text 19"/>
          <p:cNvSpPr/>
          <p:nvPr/>
        </p:nvSpPr>
        <p:spPr>
          <a:xfrm>
            <a:off x="11274552" y="6519672"/>
            <a:ext cx="457200" cy="274320"/>
          </a:xfrm>
          <a:prstGeom prst="rect">
            <a:avLst/>
          </a:prstGeom>
          <a:noFill/>
          <a:ln/>
        </p:spPr>
        <p:txBody>
          <a:bodyPr wrap="square" rtlCol="0" anchor="ctr"/>
          <a:lstStyle/>
          <a:p>
            <a:pPr marL="0" indent="0" algn="r">
              <a:buNone/>
            </a:pPr>
            <a:r>
              <a:rPr lang="en-US" sz="900" dirty="0">
                <a:solidFill>
                  <a:srgbClr val="8492A6"/>
                </a:solidFill>
                <a:latin typeface="Calibri" pitchFamily="34" charset="0"/>
                <a:ea typeface="Calibri" pitchFamily="34" charset="-122"/>
                <a:cs typeface="Calibri" pitchFamily="34" charset="-120"/>
              </a:rPr>
              <a:t>4</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548640" y="457200"/>
            <a:ext cx="502920" cy="502920"/>
          </a:xfrm>
          <a:prstGeom prst="ellipse">
            <a:avLst/>
          </a:prstGeom>
          <a:solidFill>
            <a:srgbClr val="1E2761"/>
          </a:solidFill>
          <a:ln/>
        </p:spPr>
      </p:sp>
      <p:pic>
        <p:nvPicPr>
          <p:cNvPr id="3" name="Image 0" descr="/home/claude/icons/gitbranch_white.png"/>
          <p:cNvPicPr>
            <a:picLocks noChangeAspect="1"/>
          </p:cNvPicPr>
          <p:nvPr/>
        </p:nvPicPr>
        <p:blipFill>
          <a:blip r:embed="rId3"/>
          <a:stretch>
            <a:fillRect/>
          </a:stretch>
        </p:blipFill>
        <p:spPr>
          <a:xfrm>
            <a:off x="679399" y="587959"/>
            <a:ext cx="241402" cy="241402"/>
          </a:xfrm>
          <a:prstGeom prst="rect">
            <a:avLst/>
          </a:prstGeom>
        </p:spPr>
      </p:pic>
      <p:sp>
        <p:nvSpPr>
          <p:cNvPr id="4" name="Text 1"/>
          <p:cNvSpPr/>
          <p:nvPr/>
        </p:nvSpPr>
        <p:spPr>
          <a:xfrm>
            <a:off x="1234440" y="402336"/>
            <a:ext cx="8229600" cy="612648"/>
          </a:xfrm>
          <a:prstGeom prst="rect">
            <a:avLst/>
          </a:prstGeom>
          <a:noFill/>
          <a:ln/>
        </p:spPr>
        <p:txBody>
          <a:bodyPr wrap="square" rtlCol="0" anchor="ctr"/>
          <a:lstStyle/>
          <a:p>
            <a:pPr marL="0" indent="0">
              <a:buNone/>
            </a:pPr>
            <a:r>
              <a:rPr lang="en-US" sz="2600" b="1" dirty="0">
                <a:solidFill>
                  <a:srgbClr val="1E2761"/>
                </a:solidFill>
                <a:latin typeface="Cambria" pitchFamily="34" charset="0"/>
                <a:ea typeface="Cambria" pitchFamily="34" charset="-122"/>
                <a:cs typeface="Cambria" pitchFamily="34" charset="-120"/>
              </a:rPr>
              <a:t>Methodology</a:t>
            </a:r>
            <a:endParaRPr lang="en-US" sz="2600" dirty="0"/>
          </a:p>
        </p:txBody>
      </p:sp>
      <p:sp>
        <p:nvSpPr>
          <p:cNvPr id="5" name="Shape 2"/>
          <p:cNvSpPr/>
          <p:nvPr/>
        </p:nvSpPr>
        <p:spPr>
          <a:xfrm>
            <a:off x="706979" y="1779254"/>
            <a:ext cx="2054881" cy="1446806"/>
          </a:xfrm>
          <a:prstGeom prst="roundRect">
            <a:avLst>
              <a:gd name="adj" fmla="val 7273"/>
            </a:avLst>
          </a:prstGeom>
          <a:solidFill>
            <a:srgbClr val="1E2761"/>
          </a:solidFill>
          <a:ln/>
        </p:spPr>
      </p:sp>
      <p:sp>
        <p:nvSpPr>
          <p:cNvPr id="6" name="Text 3"/>
          <p:cNvSpPr/>
          <p:nvPr/>
        </p:nvSpPr>
        <p:spPr>
          <a:xfrm>
            <a:off x="706979" y="1870320"/>
            <a:ext cx="1942876" cy="1061079"/>
          </a:xfrm>
          <a:prstGeom prst="rect">
            <a:avLst/>
          </a:prstGeom>
          <a:noFill/>
          <a:ln/>
        </p:spPr>
        <p:txBody>
          <a:bodyPr wrap="square" rtlCol="0" anchor="ctr"/>
          <a:lstStyle/>
          <a:p>
            <a:pPr marL="0" indent="0" algn="ctr">
              <a:buNone/>
            </a:pPr>
            <a:r>
              <a:rPr lang="en-US" sz="2400" b="1" dirty="0">
                <a:solidFill>
                  <a:srgbClr val="FFFFFF"/>
                </a:solidFill>
                <a:latin typeface="Calibri" pitchFamily="34" charset="0"/>
                <a:ea typeface="Calibri" pitchFamily="34" charset="-122"/>
                <a:cs typeface="Calibri" pitchFamily="34" charset="-120"/>
              </a:rPr>
              <a:t>Data</a:t>
            </a:r>
            <a:endParaRPr lang="en-US" sz="2400" dirty="0"/>
          </a:p>
          <a:p>
            <a:pPr marL="0" indent="0" algn="ctr">
              <a:buNone/>
            </a:pPr>
            <a:r>
              <a:rPr lang="en-US" sz="2400" b="1" dirty="0">
                <a:solidFill>
                  <a:srgbClr val="FFFFFF"/>
                </a:solidFill>
                <a:latin typeface="Calibri" pitchFamily="34" charset="0"/>
                <a:ea typeface="Calibri" pitchFamily="34" charset="-122"/>
                <a:cs typeface="Calibri" pitchFamily="34" charset="-120"/>
              </a:rPr>
              <a:t>Collection</a:t>
            </a:r>
            <a:endParaRPr lang="en-US" sz="2400" dirty="0"/>
          </a:p>
        </p:txBody>
      </p:sp>
      <p:sp>
        <p:nvSpPr>
          <p:cNvPr id="7" name="Text 4"/>
          <p:cNvSpPr/>
          <p:nvPr/>
        </p:nvSpPr>
        <p:spPr>
          <a:xfrm>
            <a:off x="1085195" y="1384475"/>
            <a:ext cx="1298448" cy="274320"/>
          </a:xfrm>
          <a:prstGeom prst="rect">
            <a:avLst/>
          </a:prstGeom>
          <a:noFill/>
          <a:ln/>
        </p:spPr>
        <p:txBody>
          <a:bodyPr wrap="square" rtlCol="0" anchor="ctr"/>
          <a:lstStyle/>
          <a:p>
            <a:pPr marL="0" indent="0" algn="ctr">
              <a:buNone/>
            </a:pPr>
            <a:r>
              <a:rPr lang="en-US" sz="2000" b="1" dirty="0">
                <a:solidFill>
                  <a:srgbClr val="8492A6"/>
                </a:solidFill>
                <a:latin typeface="Cambria" pitchFamily="34" charset="0"/>
                <a:ea typeface="Cambria" pitchFamily="34" charset="-122"/>
                <a:cs typeface="Cambria" pitchFamily="34" charset="-120"/>
              </a:rPr>
              <a:t>1</a:t>
            </a:r>
            <a:endParaRPr lang="en-US" sz="2000" dirty="0"/>
          </a:p>
        </p:txBody>
      </p:sp>
      <p:sp>
        <p:nvSpPr>
          <p:cNvPr id="8" name="Shape 5"/>
          <p:cNvSpPr/>
          <p:nvPr/>
        </p:nvSpPr>
        <p:spPr>
          <a:xfrm>
            <a:off x="2873438" y="2458851"/>
            <a:ext cx="486514" cy="249126"/>
          </a:xfrm>
          <a:prstGeom prst="rightArrow">
            <a:avLst/>
          </a:prstGeom>
          <a:solidFill>
            <a:srgbClr val="8492A6"/>
          </a:solidFill>
          <a:ln/>
        </p:spPr>
      </p:sp>
      <p:sp>
        <p:nvSpPr>
          <p:cNvPr id="9" name="Shape 6"/>
          <p:cNvSpPr/>
          <p:nvPr/>
        </p:nvSpPr>
        <p:spPr>
          <a:xfrm>
            <a:off x="3449759" y="1764792"/>
            <a:ext cx="2054881" cy="1446806"/>
          </a:xfrm>
          <a:prstGeom prst="roundRect">
            <a:avLst>
              <a:gd name="adj" fmla="val 7273"/>
            </a:avLst>
          </a:prstGeom>
          <a:solidFill>
            <a:srgbClr val="1E2761"/>
          </a:solidFill>
          <a:ln/>
        </p:spPr>
      </p:sp>
      <p:sp>
        <p:nvSpPr>
          <p:cNvPr id="10" name="Text 7"/>
          <p:cNvSpPr/>
          <p:nvPr/>
        </p:nvSpPr>
        <p:spPr>
          <a:xfrm>
            <a:off x="3768167" y="1867034"/>
            <a:ext cx="1341183" cy="1158255"/>
          </a:xfrm>
          <a:prstGeom prst="rect">
            <a:avLst/>
          </a:prstGeom>
          <a:noFill/>
          <a:ln/>
        </p:spPr>
        <p:txBody>
          <a:bodyPr wrap="square" rtlCol="0" anchor="ctr"/>
          <a:lstStyle/>
          <a:p>
            <a:pPr marL="0" indent="0" algn="ctr">
              <a:buNone/>
            </a:pPr>
            <a:r>
              <a:rPr lang="en-US" sz="2000" b="1" dirty="0">
                <a:solidFill>
                  <a:srgbClr val="FFFFFF"/>
                </a:solidFill>
                <a:latin typeface="Calibri" pitchFamily="34" charset="0"/>
                <a:ea typeface="Calibri" pitchFamily="34" charset="-122"/>
                <a:cs typeface="Calibri" pitchFamily="34" charset="-120"/>
              </a:rPr>
              <a:t>Data</a:t>
            </a:r>
            <a:endParaRPr lang="en-US" sz="2000" dirty="0"/>
          </a:p>
          <a:p>
            <a:pPr marL="0" indent="0" algn="ctr">
              <a:buNone/>
            </a:pPr>
            <a:r>
              <a:rPr lang="en-US" sz="2000" b="1" dirty="0">
                <a:solidFill>
                  <a:srgbClr val="FFFFFF"/>
                </a:solidFill>
                <a:latin typeface="Calibri" pitchFamily="34" charset="0"/>
                <a:ea typeface="Calibri" pitchFamily="34" charset="-122"/>
                <a:cs typeface="Calibri" pitchFamily="34" charset="-120"/>
              </a:rPr>
              <a:t>Cleaning</a:t>
            </a:r>
            <a:endParaRPr lang="en-US" sz="2000" dirty="0"/>
          </a:p>
        </p:txBody>
      </p:sp>
      <p:sp>
        <p:nvSpPr>
          <p:cNvPr id="11" name="Text 8"/>
          <p:cNvSpPr/>
          <p:nvPr/>
        </p:nvSpPr>
        <p:spPr>
          <a:xfrm>
            <a:off x="3768167" y="1395510"/>
            <a:ext cx="1298448" cy="274320"/>
          </a:xfrm>
          <a:prstGeom prst="rect">
            <a:avLst/>
          </a:prstGeom>
          <a:noFill/>
          <a:ln/>
        </p:spPr>
        <p:txBody>
          <a:bodyPr wrap="square" rtlCol="0" anchor="ctr"/>
          <a:lstStyle/>
          <a:p>
            <a:pPr marL="0" indent="0" algn="ctr">
              <a:buNone/>
            </a:pPr>
            <a:r>
              <a:rPr lang="en-US" sz="2000" b="1" dirty="0">
                <a:solidFill>
                  <a:srgbClr val="8492A6"/>
                </a:solidFill>
                <a:latin typeface="Cambria" pitchFamily="34" charset="0"/>
                <a:ea typeface="Cambria" pitchFamily="34" charset="-122"/>
                <a:cs typeface="Cambria" pitchFamily="34" charset="-120"/>
              </a:rPr>
              <a:t>2</a:t>
            </a:r>
            <a:endParaRPr lang="en-US" sz="2000" dirty="0"/>
          </a:p>
        </p:txBody>
      </p:sp>
      <p:sp>
        <p:nvSpPr>
          <p:cNvPr id="12" name="Shape 9"/>
          <p:cNvSpPr/>
          <p:nvPr/>
        </p:nvSpPr>
        <p:spPr>
          <a:xfrm>
            <a:off x="5672355" y="2440772"/>
            <a:ext cx="520184" cy="274320"/>
          </a:xfrm>
          <a:prstGeom prst="rightArrow">
            <a:avLst/>
          </a:prstGeom>
          <a:solidFill>
            <a:srgbClr val="8492A6"/>
          </a:solidFill>
          <a:ln/>
        </p:spPr>
      </p:sp>
      <p:sp>
        <p:nvSpPr>
          <p:cNvPr id="13" name="Shape 10"/>
          <p:cNvSpPr/>
          <p:nvPr/>
        </p:nvSpPr>
        <p:spPr>
          <a:xfrm>
            <a:off x="6338984" y="1713463"/>
            <a:ext cx="2054881" cy="1408945"/>
          </a:xfrm>
          <a:prstGeom prst="roundRect">
            <a:avLst>
              <a:gd name="adj" fmla="val 13234"/>
            </a:avLst>
          </a:prstGeom>
          <a:solidFill>
            <a:srgbClr val="1E2761"/>
          </a:solidFill>
          <a:ln/>
        </p:spPr>
        <p:txBody>
          <a:bodyPr/>
          <a:lstStyle/>
          <a:p>
            <a:endParaRPr lang="en-US" b="1" dirty="0">
              <a:solidFill>
                <a:srgbClr val="FFFFFF"/>
              </a:solidFill>
              <a:latin typeface="Calibri" pitchFamily="34" charset="0"/>
              <a:ea typeface="Calibri" pitchFamily="34" charset="-122"/>
              <a:cs typeface="Calibri" pitchFamily="34" charset="-120"/>
            </a:endParaRPr>
          </a:p>
          <a:p>
            <a:endParaRPr lang="en-US" b="1" dirty="0">
              <a:solidFill>
                <a:srgbClr val="FFFFFF"/>
              </a:solidFill>
              <a:latin typeface="Calibri" pitchFamily="34" charset="0"/>
              <a:ea typeface="Calibri" pitchFamily="34" charset="-122"/>
              <a:cs typeface="Calibri" pitchFamily="34" charset="-120"/>
            </a:endParaRPr>
          </a:p>
          <a:p>
            <a:r>
              <a:rPr lang="en-US" b="1" dirty="0">
                <a:solidFill>
                  <a:srgbClr val="FFFFFF"/>
                </a:solidFill>
                <a:latin typeface="Calibri" pitchFamily="34" charset="0"/>
                <a:ea typeface="Calibri" pitchFamily="34" charset="-122"/>
                <a:cs typeface="Calibri" pitchFamily="34" charset="-120"/>
              </a:rPr>
              <a:t>             EDA</a:t>
            </a:r>
            <a:endParaRPr lang="en-US" dirty="0"/>
          </a:p>
          <a:p>
            <a:endParaRPr lang="en-US" dirty="0"/>
          </a:p>
        </p:txBody>
      </p:sp>
      <p:sp>
        <p:nvSpPr>
          <p:cNvPr id="15" name="Text 12"/>
          <p:cNvSpPr/>
          <p:nvPr/>
        </p:nvSpPr>
        <p:spPr>
          <a:xfrm>
            <a:off x="6717201" y="1401402"/>
            <a:ext cx="1298448" cy="274320"/>
          </a:xfrm>
          <a:prstGeom prst="rect">
            <a:avLst/>
          </a:prstGeom>
          <a:noFill/>
          <a:ln/>
        </p:spPr>
        <p:txBody>
          <a:bodyPr wrap="square" rtlCol="0" anchor="ctr"/>
          <a:lstStyle/>
          <a:p>
            <a:pPr marL="0" indent="0" algn="ctr">
              <a:buNone/>
            </a:pPr>
            <a:r>
              <a:rPr lang="en-US" sz="2000" b="1" dirty="0">
                <a:solidFill>
                  <a:srgbClr val="8492A6"/>
                </a:solidFill>
                <a:latin typeface="Cambria" pitchFamily="34" charset="0"/>
                <a:ea typeface="Cambria" pitchFamily="34" charset="-122"/>
                <a:cs typeface="Cambria" pitchFamily="34" charset="-120"/>
              </a:rPr>
              <a:t>3</a:t>
            </a:r>
            <a:endParaRPr lang="en-US" sz="2000" dirty="0"/>
          </a:p>
        </p:txBody>
      </p:sp>
      <p:sp>
        <p:nvSpPr>
          <p:cNvPr id="16" name="Shape 13"/>
          <p:cNvSpPr/>
          <p:nvPr/>
        </p:nvSpPr>
        <p:spPr>
          <a:xfrm>
            <a:off x="8562375" y="2394353"/>
            <a:ext cx="511645" cy="313623"/>
          </a:xfrm>
          <a:prstGeom prst="rightArrow">
            <a:avLst/>
          </a:prstGeom>
          <a:solidFill>
            <a:srgbClr val="8492A6"/>
          </a:solidFill>
          <a:ln/>
        </p:spPr>
      </p:sp>
      <p:sp>
        <p:nvSpPr>
          <p:cNvPr id="17" name="Shape 14"/>
          <p:cNvSpPr/>
          <p:nvPr/>
        </p:nvSpPr>
        <p:spPr>
          <a:xfrm>
            <a:off x="9228209" y="1697509"/>
            <a:ext cx="2054881" cy="1393687"/>
          </a:xfrm>
          <a:prstGeom prst="roundRect">
            <a:avLst>
              <a:gd name="adj" fmla="val 7273"/>
            </a:avLst>
          </a:prstGeom>
          <a:solidFill>
            <a:srgbClr val="1E2761"/>
          </a:solidFill>
          <a:ln/>
        </p:spPr>
      </p:sp>
      <p:sp>
        <p:nvSpPr>
          <p:cNvPr id="18" name="Text 15"/>
          <p:cNvSpPr/>
          <p:nvPr/>
        </p:nvSpPr>
        <p:spPr>
          <a:xfrm>
            <a:off x="9318202" y="1861296"/>
            <a:ext cx="1841210" cy="1005840"/>
          </a:xfrm>
          <a:prstGeom prst="rect">
            <a:avLst/>
          </a:prstGeom>
          <a:noFill/>
          <a:ln/>
        </p:spPr>
        <p:txBody>
          <a:bodyPr wrap="square" rtlCol="0" anchor="ctr"/>
          <a:lstStyle/>
          <a:p>
            <a:pPr marL="0" indent="0" algn="ctr">
              <a:buNone/>
            </a:pPr>
            <a:r>
              <a:rPr lang="en-US" sz="2000" b="1" dirty="0">
                <a:solidFill>
                  <a:srgbClr val="FFFFFF"/>
                </a:solidFill>
                <a:latin typeface="Calibri" pitchFamily="34" charset="0"/>
                <a:ea typeface="Calibri" pitchFamily="34" charset="-122"/>
                <a:cs typeface="Calibri" pitchFamily="34" charset="-120"/>
              </a:rPr>
              <a:t>Text</a:t>
            </a:r>
            <a:endParaRPr lang="en-US" sz="2000" dirty="0"/>
          </a:p>
          <a:p>
            <a:pPr marL="0" indent="0" algn="ctr">
              <a:buNone/>
            </a:pPr>
            <a:r>
              <a:rPr lang="en-US" sz="2000" b="1" dirty="0">
                <a:solidFill>
                  <a:srgbClr val="FFFFFF"/>
                </a:solidFill>
                <a:latin typeface="Calibri" pitchFamily="34" charset="0"/>
                <a:ea typeface="Calibri" pitchFamily="34" charset="-122"/>
                <a:cs typeface="Calibri" pitchFamily="34" charset="-120"/>
              </a:rPr>
              <a:t>Preprocessing</a:t>
            </a:r>
            <a:endParaRPr lang="en-US" sz="2000" dirty="0"/>
          </a:p>
        </p:txBody>
      </p:sp>
      <p:sp>
        <p:nvSpPr>
          <p:cNvPr id="19" name="Text 16"/>
          <p:cNvSpPr/>
          <p:nvPr/>
        </p:nvSpPr>
        <p:spPr>
          <a:xfrm>
            <a:off x="9683496" y="1401402"/>
            <a:ext cx="1298448" cy="274320"/>
          </a:xfrm>
          <a:prstGeom prst="rect">
            <a:avLst/>
          </a:prstGeom>
          <a:noFill/>
          <a:ln/>
        </p:spPr>
        <p:txBody>
          <a:bodyPr wrap="square" rtlCol="0" anchor="ctr"/>
          <a:lstStyle/>
          <a:p>
            <a:pPr marL="0" indent="0" algn="ctr">
              <a:buNone/>
            </a:pPr>
            <a:r>
              <a:rPr lang="en-US" sz="2000" b="1" dirty="0">
                <a:solidFill>
                  <a:srgbClr val="8492A6"/>
                </a:solidFill>
                <a:latin typeface="Cambria" pitchFamily="34" charset="0"/>
                <a:ea typeface="Cambria" pitchFamily="34" charset="-122"/>
                <a:cs typeface="Cambria" pitchFamily="34" charset="-120"/>
              </a:rPr>
              <a:t>4</a:t>
            </a:r>
            <a:endParaRPr lang="en-US" sz="2000" dirty="0"/>
          </a:p>
        </p:txBody>
      </p:sp>
      <p:sp>
        <p:nvSpPr>
          <p:cNvPr id="23" name="Text 20"/>
          <p:cNvSpPr/>
          <p:nvPr/>
        </p:nvSpPr>
        <p:spPr>
          <a:xfrm>
            <a:off x="9707289" y="4246489"/>
            <a:ext cx="1298448" cy="274320"/>
          </a:xfrm>
          <a:prstGeom prst="rect">
            <a:avLst/>
          </a:prstGeom>
          <a:noFill/>
          <a:ln/>
        </p:spPr>
        <p:txBody>
          <a:bodyPr wrap="square" rtlCol="0" anchor="ctr"/>
          <a:lstStyle/>
          <a:p>
            <a:pPr marL="0" indent="0" algn="ctr">
              <a:buNone/>
            </a:pPr>
            <a:r>
              <a:rPr lang="en-US" sz="2000" b="1" dirty="0">
                <a:solidFill>
                  <a:srgbClr val="8492A6"/>
                </a:solidFill>
                <a:latin typeface="Cambria" pitchFamily="34" charset="0"/>
                <a:ea typeface="Cambria" pitchFamily="34" charset="-122"/>
                <a:cs typeface="Cambria" pitchFamily="34" charset="-120"/>
              </a:rPr>
              <a:t>5</a:t>
            </a:r>
            <a:endParaRPr lang="en-US" sz="2000" dirty="0"/>
          </a:p>
        </p:txBody>
      </p:sp>
      <p:sp>
        <p:nvSpPr>
          <p:cNvPr id="27" name="Text 24"/>
          <p:cNvSpPr/>
          <p:nvPr/>
        </p:nvSpPr>
        <p:spPr>
          <a:xfrm>
            <a:off x="6871716" y="4256102"/>
            <a:ext cx="1298448" cy="274320"/>
          </a:xfrm>
          <a:prstGeom prst="rect">
            <a:avLst/>
          </a:prstGeom>
          <a:noFill/>
          <a:ln/>
        </p:spPr>
        <p:txBody>
          <a:bodyPr wrap="square" rtlCol="0" anchor="ctr"/>
          <a:lstStyle/>
          <a:p>
            <a:pPr marL="0" indent="0" algn="ctr">
              <a:buNone/>
            </a:pPr>
            <a:r>
              <a:rPr lang="en-US" sz="2000" b="1" dirty="0">
                <a:solidFill>
                  <a:srgbClr val="8492A6"/>
                </a:solidFill>
                <a:latin typeface="Cambria" pitchFamily="34" charset="0"/>
                <a:ea typeface="Cambria" pitchFamily="34" charset="-122"/>
                <a:cs typeface="Cambria" pitchFamily="34" charset="-120"/>
              </a:rPr>
              <a:t>6</a:t>
            </a:r>
            <a:endParaRPr lang="en-US" sz="2000" dirty="0"/>
          </a:p>
        </p:txBody>
      </p:sp>
      <p:sp>
        <p:nvSpPr>
          <p:cNvPr id="30" name="Text 27"/>
          <p:cNvSpPr/>
          <p:nvPr/>
        </p:nvSpPr>
        <p:spPr>
          <a:xfrm>
            <a:off x="9194292" y="5077346"/>
            <a:ext cx="1298448" cy="1005840"/>
          </a:xfrm>
          <a:prstGeom prst="rect">
            <a:avLst/>
          </a:prstGeom>
          <a:noFill/>
          <a:ln/>
        </p:spPr>
        <p:txBody>
          <a:bodyPr wrap="square" rtlCol="0" anchor="ctr"/>
          <a:lstStyle/>
          <a:p>
            <a:pPr marL="0" indent="0" algn="ctr">
              <a:buNone/>
            </a:pPr>
            <a:r>
              <a:rPr lang="en-US" sz="1150" b="1" dirty="0">
                <a:solidFill>
                  <a:srgbClr val="FFFFFF"/>
                </a:solidFill>
                <a:latin typeface="Calibri" pitchFamily="34" charset="0"/>
                <a:ea typeface="Calibri" pitchFamily="34" charset="-122"/>
                <a:cs typeface="Calibri" pitchFamily="34" charset="-120"/>
              </a:rPr>
              <a:t>Model</a:t>
            </a:r>
            <a:endParaRPr lang="en-US" sz="1150" dirty="0"/>
          </a:p>
          <a:p>
            <a:pPr marL="0" indent="0" algn="ctr">
              <a:buNone/>
            </a:pPr>
            <a:r>
              <a:rPr lang="en-US" sz="1150" b="1" dirty="0">
                <a:solidFill>
                  <a:srgbClr val="FFFFFF"/>
                </a:solidFill>
                <a:latin typeface="Calibri" pitchFamily="34" charset="0"/>
                <a:ea typeface="Calibri" pitchFamily="34" charset="-122"/>
                <a:cs typeface="Calibri" pitchFamily="34" charset="-120"/>
              </a:rPr>
              <a:t>Evaluation</a:t>
            </a:r>
            <a:endParaRPr lang="en-US" sz="1150" dirty="0"/>
          </a:p>
        </p:txBody>
      </p:sp>
      <p:sp>
        <p:nvSpPr>
          <p:cNvPr id="31" name="Text 28"/>
          <p:cNvSpPr/>
          <p:nvPr/>
        </p:nvSpPr>
        <p:spPr>
          <a:xfrm>
            <a:off x="3827975" y="4323058"/>
            <a:ext cx="1298448" cy="274320"/>
          </a:xfrm>
          <a:prstGeom prst="rect">
            <a:avLst/>
          </a:prstGeom>
          <a:noFill/>
          <a:ln/>
        </p:spPr>
        <p:txBody>
          <a:bodyPr wrap="square" rtlCol="0" anchor="ctr"/>
          <a:lstStyle/>
          <a:p>
            <a:pPr marL="0" indent="0" algn="ctr">
              <a:buNone/>
            </a:pPr>
            <a:r>
              <a:rPr lang="en-US" sz="2000" b="1" dirty="0">
                <a:solidFill>
                  <a:srgbClr val="8492A6"/>
                </a:solidFill>
                <a:latin typeface="Cambria" pitchFamily="34" charset="0"/>
                <a:ea typeface="Cambria" pitchFamily="34" charset="-122"/>
                <a:cs typeface="Cambria" pitchFamily="34" charset="-120"/>
              </a:rPr>
              <a:t>7</a:t>
            </a:r>
            <a:endParaRPr lang="en-US" sz="2000" dirty="0"/>
          </a:p>
        </p:txBody>
      </p:sp>
      <p:sp>
        <p:nvSpPr>
          <p:cNvPr id="32" name="Shape 29"/>
          <p:cNvSpPr/>
          <p:nvPr/>
        </p:nvSpPr>
        <p:spPr>
          <a:xfrm>
            <a:off x="10076844" y="5249403"/>
            <a:ext cx="219456" cy="146304"/>
          </a:xfrm>
          <a:prstGeom prst="rightArrow">
            <a:avLst/>
          </a:prstGeom>
          <a:solidFill>
            <a:srgbClr val="8492A6"/>
          </a:solidFill>
          <a:ln/>
        </p:spPr>
      </p:sp>
      <p:sp>
        <p:nvSpPr>
          <p:cNvPr id="34" name="Text 31"/>
          <p:cNvSpPr/>
          <p:nvPr/>
        </p:nvSpPr>
        <p:spPr>
          <a:xfrm>
            <a:off x="10523531" y="5153018"/>
            <a:ext cx="1298448" cy="1005840"/>
          </a:xfrm>
          <a:prstGeom prst="rect">
            <a:avLst/>
          </a:prstGeom>
          <a:noFill/>
          <a:ln/>
        </p:spPr>
        <p:txBody>
          <a:bodyPr wrap="square" rtlCol="0" anchor="ctr"/>
          <a:lstStyle/>
          <a:p>
            <a:pPr marL="0" indent="0" algn="ctr">
              <a:buNone/>
            </a:pPr>
            <a:r>
              <a:rPr lang="en-US" sz="1150" b="1" dirty="0">
                <a:solidFill>
                  <a:srgbClr val="FFFFFF"/>
                </a:solidFill>
                <a:latin typeface="Calibri" pitchFamily="34" charset="0"/>
                <a:ea typeface="Calibri" pitchFamily="34" charset="-122"/>
                <a:cs typeface="Calibri" pitchFamily="34" charset="-120"/>
              </a:rPr>
              <a:t>Deployment</a:t>
            </a:r>
            <a:endParaRPr lang="en-US" sz="1150" dirty="0"/>
          </a:p>
        </p:txBody>
      </p:sp>
      <p:sp>
        <p:nvSpPr>
          <p:cNvPr id="35" name="Text 32"/>
          <p:cNvSpPr/>
          <p:nvPr/>
        </p:nvSpPr>
        <p:spPr>
          <a:xfrm>
            <a:off x="1051560" y="4223991"/>
            <a:ext cx="1298448" cy="274320"/>
          </a:xfrm>
          <a:prstGeom prst="rect">
            <a:avLst/>
          </a:prstGeom>
          <a:noFill/>
          <a:ln/>
        </p:spPr>
        <p:txBody>
          <a:bodyPr wrap="square" rtlCol="0" anchor="ctr"/>
          <a:lstStyle/>
          <a:p>
            <a:pPr marL="0" indent="0" algn="ctr">
              <a:buNone/>
            </a:pPr>
            <a:r>
              <a:rPr lang="en-US" sz="2000" b="1" dirty="0">
                <a:solidFill>
                  <a:srgbClr val="8492A6"/>
                </a:solidFill>
                <a:latin typeface="Cambria" pitchFamily="34" charset="0"/>
                <a:ea typeface="Cambria" pitchFamily="34" charset="-122"/>
                <a:cs typeface="Cambria" pitchFamily="34" charset="-120"/>
              </a:rPr>
              <a:t>8</a:t>
            </a:r>
            <a:endParaRPr lang="en-US" sz="2000" dirty="0"/>
          </a:p>
        </p:txBody>
      </p:sp>
      <p:sp>
        <p:nvSpPr>
          <p:cNvPr id="43" name="Text 40"/>
          <p:cNvSpPr/>
          <p:nvPr/>
        </p:nvSpPr>
        <p:spPr>
          <a:xfrm>
            <a:off x="457200" y="6519672"/>
            <a:ext cx="7315200" cy="274320"/>
          </a:xfrm>
          <a:prstGeom prst="rect">
            <a:avLst/>
          </a:prstGeom>
          <a:noFill/>
          <a:ln/>
        </p:spPr>
        <p:txBody>
          <a:bodyPr wrap="square" rtlCol="0" anchor="ctr"/>
          <a:lstStyle/>
          <a:p>
            <a:pPr marL="0" indent="0" algn="l">
              <a:buNone/>
            </a:pPr>
            <a:r>
              <a:rPr lang="en-US" sz="900" dirty="0">
                <a:solidFill>
                  <a:srgbClr val="8492A6"/>
                </a:solidFill>
                <a:latin typeface="Calibri" pitchFamily="34" charset="0"/>
                <a:ea typeface="Calibri" pitchFamily="34" charset="-122"/>
                <a:cs typeface="Calibri" pitchFamily="34" charset="-120"/>
              </a:rPr>
              <a:t>Fake Job Posting Detection Using Machine Learning</a:t>
            </a:r>
            <a:endParaRPr lang="en-US" sz="900" dirty="0"/>
          </a:p>
        </p:txBody>
      </p:sp>
      <p:sp>
        <p:nvSpPr>
          <p:cNvPr id="44" name="Text 41"/>
          <p:cNvSpPr/>
          <p:nvPr/>
        </p:nvSpPr>
        <p:spPr>
          <a:xfrm>
            <a:off x="11274552" y="6519672"/>
            <a:ext cx="457200" cy="274320"/>
          </a:xfrm>
          <a:prstGeom prst="rect">
            <a:avLst/>
          </a:prstGeom>
          <a:noFill/>
          <a:ln/>
        </p:spPr>
        <p:txBody>
          <a:bodyPr wrap="square" rtlCol="0" anchor="ctr"/>
          <a:lstStyle/>
          <a:p>
            <a:pPr marL="0" indent="0" algn="r">
              <a:buNone/>
            </a:pPr>
            <a:r>
              <a:rPr lang="en-US" sz="900" dirty="0">
                <a:solidFill>
                  <a:srgbClr val="8492A6"/>
                </a:solidFill>
                <a:latin typeface="Calibri" pitchFamily="34" charset="0"/>
                <a:ea typeface="Calibri" pitchFamily="34" charset="-122"/>
                <a:cs typeface="Calibri" pitchFamily="34" charset="-120"/>
              </a:rPr>
              <a:t>5</a:t>
            </a:r>
            <a:endParaRPr lang="en-US" sz="900" dirty="0"/>
          </a:p>
        </p:txBody>
      </p:sp>
      <p:sp>
        <p:nvSpPr>
          <p:cNvPr id="14" name="Text 11"/>
          <p:cNvSpPr/>
          <p:nvPr/>
        </p:nvSpPr>
        <p:spPr>
          <a:xfrm>
            <a:off x="3644021" y="5101676"/>
            <a:ext cx="1298448" cy="1005840"/>
          </a:xfrm>
          <a:prstGeom prst="rect">
            <a:avLst/>
          </a:prstGeom>
          <a:noFill/>
          <a:ln/>
        </p:spPr>
        <p:txBody>
          <a:bodyPr wrap="square" rtlCol="0" anchor="ctr"/>
          <a:lstStyle/>
          <a:p>
            <a:pPr marL="0" indent="0" algn="ctr">
              <a:buNone/>
            </a:pPr>
            <a:r>
              <a:rPr lang="en-US" sz="1150" b="1" dirty="0">
                <a:solidFill>
                  <a:srgbClr val="FFFFFF"/>
                </a:solidFill>
                <a:latin typeface="Calibri" pitchFamily="34" charset="0"/>
                <a:ea typeface="Calibri" pitchFamily="34" charset="-122"/>
                <a:cs typeface="Calibri" pitchFamily="34" charset="-120"/>
              </a:rPr>
              <a:t>EDA</a:t>
            </a:r>
            <a:endParaRPr lang="en-US" sz="1150" dirty="0"/>
          </a:p>
        </p:txBody>
      </p:sp>
      <p:sp>
        <p:nvSpPr>
          <p:cNvPr id="37" name="Shape 10">
            <a:extLst>
              <a:ext uri="{FF2B5EF4-FFF2-40B4-BE49-F238E27FC236}">
                <a16:creationId xmlns:a16="http://schemas.microsoft.com/office/drawing/2014/main" id="{F4D587DA-9F78-7A3A-02CF-B4B1F57762A1}"/>
              </a:ext>
            </a:extLst>
          </p:cNvPr>
          <p:cNvSpPr/>
          <p:nvPr/>
        </p:nvSpPr>
        <p:spPr>
          <a:xfrm>
            <a:off x="9416518" y="4559486"/>
            <a:ext cx="2054881" cy="1408945"/>
          </a:xfrm>
          <a:prstGeom prst="roundRect">
            <a:avLst>
              <a:gd name="adj" fmla="val 13234"/>
            </a:avLst>
          </a:prstGeom>
          <a:solidFill>
            <a:srgbClr val="1E2761"/>
          </a:solidFill>
          <a:ln/>
        </p:spPr>
        <p:txBody>
          <a:bodyPr/>
          <a:lstStyle/>
          <a:p>
            <a:endParaRPr lang="en-US" b="1" dirty="0">
              <a:solidFill>
                <a:srgbClr val="FFFFFF"/>
              </a:solidFill>
              <a:latin typeface="Calibri" pitchFamily="34" charset="0"/>
              <a:ea typeface="Calibri" pitchFamily="34" charset="-122"/>
              <a:cs typeface="Calibri" pitchFamily="34" charset="-120"/>
            </a:endParaRPr>
          </a:p>
          <a:p>
            <a:endParaRPr lang="en-US" b="1" dirty="0">
              <a:solidFill>
                <a:srgbClr val="FFFFFF"/>
              </a:solidFill>
              <a:latin typeface="Calibri" pitchFamily="34" charset="0"/>
              <a:ea typeface="Calibri" pitchFamily="34" charset="-122"/>
              <a:cs typeface="Calibri" pitchFamily="34" charset="-120"/>
            </a:endParaRPr>
          </a:p>
          <a:p>
            <a:r>
              <a:rPr lang="en-US" b="1" dirty="0">
                <a:solidFill>
                  <a:srgbClr val="FFFFFF"/>
                </a:solidFill>
                <a:latin typeface="Calibri" pitchFamily="34" charset="0"/>
                <a:ea typeface="Calibri" pitchFamily="34" charset="-122"/>
                <a:cs typeface="Calibri" pitchFamily="34" charset="-120"/>
              </a:rPr>
              <a:t>             </a:t>
            </a:r>
            <a:endParaRPr lang="en-US" dirty="0"/>
          </a:p>
        </p:txBody>
      </p:sp>
      <p:sp>
        <p:nvSpPr>
          <p:cNvPr id="39" name="Shape 9">
            <a:extLst>
              <a:ext uri="{FF2B5EF4-FFF2-40B4-BE49-F238E27FC236}">
                <a16:creationId xmlns:a16="http://schemas.microsoft.com/office/drawing/2014/main" id="{69BD8212-B991-79B7-6386-16D854421635}"/>
              </a:ext>
            </a:extLst>
          </p:cNvPr>
          <p:cNvSpPr/>
          <p:nvPr/>
        </p:nvSpPr>
        <p:spPr>
          <a:xfrm rot="5400000">
            <a:off x="10093280" y="3496467"/>
            <a:ext cx="520184" cy="333600"/>
          </a:xfrm>
          <a:prstGeom prst="rightArrow">
            <a:avLst/>
          </a:prstGeom>
          <a:solidFill>
            <a:srgbClr val="8492A6"/>
          </a:solidFill>
          <a:ln/>
        </p:spPr>
      </p:sp>
      <p:sp>
        <p:nvSpPr>
          <p:cNvPr id="22" name="Text 19"/>
          <p:cNvSpPr/>
          <p:nvPr/>
        </p:nvSpPr>
        <p:spPr>
          <a:xfrm>
            <a:off x="9794735" y="4761039"/>
            <a:ext cx="1298448" cy="1005840"/>
          </a:xfrm>
          <a:prstGeom prst="rect">
            <a:avLst/>
          </a:prstGeom>
          <a:noFill/>
          <a:ln/>
        </p:spPr>
        <p:txBody>
          <a:bodyPr wrap="square" rtlCol="0" anchor="ctr"/>
          <a:lstStyle/>
          <a:p>
            <a:pPr marL="0" indent="0" algn="ctr">
              <a:buNone/>
            </a:pPr>
            <a:r>
              <a:rPr lang="en-US" sz="2000" b="1" dirty="0">
                <a:solidFill>
                  <a:srgbClr val="FFFFFF"/>
                </a:solidFill>
                <a:latin typeface="Calibri" pitchFamily="34" charset="0"/>
                <a:ea typeface="Calibri" pitchFamily="34" charset="-122"/>
                <a:cs typeface="Calibri" pitchFamily="34" charset="-120"/>
              </a:rPr>
              <a:t>TF-IDF</a:t>
            </a:r>
            <a:endParaRPr lang="en-US" sz="2000" dirty="0"/>
          </a:p>
        </p:txBody>
      </p:sp>
      <p:sp>
        <p:nvSpPr>
          <p:cNvPr id="47" name="Shape 10">
            <a:extLst>
              <a:ext uri="{FF2B5EF4-FFF2-40B4-BE49-F238E27FC236}">
                <a16:creationId xmlns:a16="http://schemas.microsoft.com/office/drawing/2014/main" id="{BBD0C0D3-36A1-7BA9-7B18-6253FC03C321}"/>
              </a:ext>
            </a:extLst>
          </p:cNvPr>
          <p:cNvSpPr/>
          <p:nvPr/>
        </p:nvSpPr>
        <p:spPr>
          <a:xfrm>
            <a:off x="6472640" y="4610348"/>
            <a:ext cx="2054881" cy="1408945"/>
          </a:xfrm>
          <a:prstGeom prst="roundRect">
            <a:avLst>
              <a:gd name="adj" fmla="val 13234"/>
            </a:avLst>
          </a:prstGeom>
          <a:solidFill>
            <a:srgbClr val="1E2761"/>
          </a:solidFill>
          <a:ln/>
        </p:spPr>
        <p:txBody>
          <a:bodyPr/>
          <a:lstStyle/>
          <a:p>
            <a:endParaRPr lang="en-US" b="1" dirty="0">
              <a:solidFill>
                <a:srgbClr val="FFFFFF"/>
              </a:solidFill>
              <a:latin typeface="Calibri" pitchFamily="34" charset="0"/>
              <a:ea typeface="Calibri" pitchFamily="34" charset="-122"/>
              <a:cs typeface="Calibri" pitchFamily="34" charset="-120"/>
            </a:endParaRPr>
          </a:p>
          <a:p>
            <a:endParaRPr lang="en-US" b="1" dirty="0">
              <a:solidFill>
                <a:srgbClr val="FFFFFF"/>
              </a:solidFill>
              <a:latin typeface="Calibri" pitchFamily="34" charset="0"/>
              <a:ea typeface="Calibri" pitchFamily="34" charset="-122"/>
              <a:cs typeface="Calibri" pitchFamily="34" charset="-120"/>
            </a:endParaRPr>
          </a:p>
          <a:p>
            <a:r>
              <a:rPr lang="en-US" b="1" dirty="0">
                <a:solidFill>
                  <a:srgbClr val="FFFFFF"/>
                </a:solidFill>
                <a:latin typeface="Calibri" pitchFamily="34" charset="0"/>
                <a:ea typeface="Calibri" pitchFamily="34" charset="-122"/>
                <a:cs typeface="Calibri" pitchFamily="34" charset="-120"/>
              </a:rPr>
              <a:t>             </a:t>
            </a:r>
            <a:endParaRPr lang="en-US" dirty="0"/>
          </a:p>
          <a:p>
            <a:endParaRPr lang="en-US" dirty="0"/>
          </a:p>
        </p:txBody>
      </p:sp>
      <p:sp>
        <p:nvSpPr>
          <p:cNvPr id="26" name="Text 23"/>
          <p:cNvSpPr/>
          <p:nvPr/>
        </p:nvSpPr>
        <p:spPr>
          <a:xfrm>
            <a:off x="6821488" y="4804834"/>
            <a:ext cx="1298448" cy="1005840"/>
          </a:xfrm>
          <a:prstGeom prst="rect">
            <a:avLst/>
          </a:prstGeom>
          <a:noFill/>
          <a:ln/>
        </p:spPr>
        <p:txBody>
          <a:bodyPr wrap="square" rtlCol="0" anchor="ctr"/>
          <a:lstStyle/>
          <a:p>
            <a:pPr marL="0" indent="0" algn="ctr">
              <a:buNone/>
            </a:pPr>
            <a:r>
              <a:rPr lang="en-US" sz="2000" b="1" dirty="0">
                <a:solidFill>
                  <a:srgbClr val="FFFFFF"/>
                </a:solidFill>
                <a:latin typeface="Calibri" pitchFamily="34" charset="0"/>
                <a:ea typeface="Calibri" pitchFamily="34" charset="-122"/>
                <a:cs typeface="Calibri" pitchFamily="34" charset="-120"/>
              </a:rPr>
              <a:t>Model</a:t>
            </a:r>
            <a:endParaRPr lang="en-US" sz="2000" dirty="0"/>
          </a:p>
          <a:p>
            <a:pPr marL="0" indent="0" algn="ctr">
              <a:buNone/>
            </a:pPr>
            <a:r>
              <a:rPr lang="en-US" sz="2000" b="1" dirty="0">
                <a:solidFill>
                  <a:srgbClr val="FFFFFF"/>
                </a:solidFill>
                <a:latin typeface="Calibri" pitchFamily="34" charset="0"/>
                <a:ea typeface="Calibri" pitchFamily="34" charset="-122"/>
                <a:cs typeface="Calibri" pitchFamily="34" charset="-120"/>
              </a:rPr>
              <a:t>Training</a:t>
            </a:r>
            <a:endParaRPr lang="en-US" sz="2000" dirty="0"/>
          </a:p>
        </p:txBody>
      </p:sp>
      <p:sp>
        <p:nvSpPr>
          <p:cNvPr id="49" name="Shape 9">
            <a:extLst>
              <a:ext uri="{FF2B5EF4-FFF2-40B4-BE49-F238E27FC236}">
                <a16:creationId xmlns:a16="http://schemas.microsoft.com/office/drawing/2014/main" id="{8D9F6D16-7029-1F82-7453-CF36368FA1C4}"/>
              </a:ext>
            </a:extLst>
          </p:cNvPr>
          <p:cNvSpPr/>
          <p:nvPr/>
        </p:nvSpPr>
        <p:spPr>
          <a:xfrm rot="10800000">
            <a:off x="8722784" y="5097158"/>
            <a:ext cx="520184" cy="333600"/>
          </a:xfrm>
          <a:prstGeom prst="rightArrow">
            <a:avLst/>
          </a:prstGeom>
          <a:solidFill>
            <a:srgbClr val="8492A6"/>
          </a:solidFill>
          <a:ln/>
        </p:spPr>
      </p:sp>
      <p:sp>
        <p:nvSpPr>
          <p:cNvPr id="51" name="Shape 10">
            <a:extLst>
              <a:ext uri="{FF2B5EF4-FFF2-40B4-BE49-F238E27FC236}">
                <a16:creationId xmlns:a16="http://schemas.microsoft.com/office/drawing/2014/main" id="{AD1B7611-054B-4937-6EE1-7E136173253C}"/>
              </a:ext>
            </a:extLst>
          </p:cNvPr>
          <p:cNvSpPr/>
          <p:nvPr/>
        </p:nvSpPr>
        <p:spPr>
          <a:xfrm>
            <a:off x="3617474" y="4656933"/>
            <a:ext cx="2054881" cy="1408945"/>
          </a:xfrm>
          <a:prstGeom prst="roundRect">
            <a:avLst>
              <a:gd name="adj" fmla="val 13234"/>
            </a:avLst>
          </a:prstGeom>
          <a:solidFill>
            <a:srgbClr val="1E2761"/>
          </a:solidFill>
          <a:ln/>
        </p:spPr>
        <p:txBody>
          <a:bodyPr/>
          <a:lstStyle/>
          <a:p>
            <a:endParaRPr lang="en-US" b="1" dirty="0">
              <a:solidFill>
                <a:srgbClr val="FFFFFF"/>
              </a:solidFill>
              <a:latin typeface="Calibri" pitchFamily="34" charset="0"/>
              <a:ea typeface="Calibri" pitchFamily="34" charset="-122"/>
              <a:cs typeface="Calibri" pitchFamily="34" charset="-120"/>
            </a:endParaRPr>
          </a:p>
          <a:p>
            <a:r>
              <a:rPr lang="en-US" b="1" dirty="0">
                <a:solidFill>
                  <a:srgbClr val="FFFFFF"/>
                </a:solidFill>
                <a:latin typeface="Calibri" pitchFamily="34" charset="0"/>
                <a:ea typeface="Calibri" pitchFamily="34" charset="-122"/>
                <a:cs typeface="Calibri" pitchFamily="34" charset="-120"/>
              </a:rPr>
              <a:t>         Model</a:t>
            </a:r>
          </a:p>
          <a:p>
            <a:r>
              <a:rPr lang="en-US" b="1" dirty="0">
                <a:solidFill>
                  <a:srgbClr val="FFFFFF"/>
                </a:solidFill>
                <a:latin typeface="Calibri" pitchFamily="34" charset="0"/>
                <a:ea typeface="Calibri" pitchFamily="34" charset="-122"/>
                <a:cs typeface="Calibri" pitchFamily="34" charset="-120"/>
              </a:rPr>
              <a:t>      Evaluation </a:t>
            </a:r>
          </a:p>
        </p:txBody>
      </p:sp>
      <p:sp>
        <p:nvSpPr>
          <p:cNvPr id="53" name="Shape 9">
            <a:extLst>
              <a:ext uri="{FF2B5EF4-FFF2-40B4-BE49-F238E27FC236}">
                <a16:creationId xmlns:a16="http://schemas.microsoft.com/office/drawing/2014/main" id="{520A8F1D-3F81-2C39-0E19-CB06D363D10B}"/>
              </a:ext>
            </a:extLst>
          </p:cNvPr>
          <p:cNvSpPr/>
          <p:nvPr/>
        </p:nvSpPr>
        <p:spPr>
          <a:xfrm rot="10800000">
            <a:off x="5797461" y="5140954"/>
            <a:ext cx="520184" cy="333600"/>
          </a:xfrm>
          <a:prstGeom prst="rightArrow">
            <a:avLst/>
          </a:prstGeom>
          <a:solidFill>
            <a:srgbClr val="8492A6"/>
          </a:solidFill>
          <a:ln/>
        </p:spPr>
      </p:sp>
      <p:sp>
        <p:nvSpPr>
          <p:cNvPr id="55" name="Shape 9">
            <a:extLst>
              <a:ext uri="{FF2B5EF4-FFF2-40B4-BE49-F238E27FC236}">
                <a16:creationId xmlns:a16="http://schemas.microsoft.com/office/drawing/2014/main" id="{8E86832A-C419-8EA7-023D-07F59FC58912}"/>
              </a:ext>
            </a:extLst>
          </p:cNvPr>
          <p:cNvSpPr/>
          <p:nvPr/>
        </p:nvSpPr>
        <p:spPr>
          <a:xfrm rot="10800000">
            <a:off x="2888083" y="5155755"/>
            <a:ext cx="520184" cy="333600"/>
          </a:xfrm>
          <a:prstGeom prst="rightArrow">
            <a:avLst/>
          </a:prstGeom>
          <a:solidFill>
            <a:srgbClr val="8492A6"/>
          </a:solidFill>
          <a:ln/>
        </p:spPr>
      </p:sp>
      <p:sp>
        <p:nvSpPr>
          <p:cNvPr id="33" name="Shape 30"/>
          <p:cNvSpPr/>
          <p:nvPr/>
        </p:nvSpPr>
        <p:spPr>
          <a:xfrm>
            <a:off x="763416" y="4603257"/>
            <a:ext cx="1998444" cy="1362360"/>
          </a:xfrm>
          <a:prstGeom prst="roundRect">
            <a:avLst>
              <a:gd name="adj" fmla="val 7273"/>
            </a:avLst>
          </a:prstGeom>
          <a:solidFill>
            <a:srgbClr val="B0342A"/>
          </a:solidFill>
          <a:ln/>
        </p:spPr>
        <p:txBody>
          <a:bodyPr/>
          <a:lstStyle/>
          <a:p>
            <a:r>
              <a:rPr lang="en-US" b="1" dirty="0">
                <a:solidFill>
                  <a:srgbClr val="FFFFFF"/>
                </a:solidFill>
                <a:latin typeface="Calibri" pitchFamily="34" charset="0"/>
                <a:ea typeface="Calibri" pitchFamily="34" charset="-122"/>
                <a:cs typeface="Calibri" pitchFamily="34" charset="-120"/>
              </a:rPr>
              <a:t>      </a:t>
            </a:r>
          </a:p>
          <a:p>
            <a:r>
              <a:rPr lang="en-US" b="1" dirty="0">
                <a:solidFill>
                  <a:srgbClr val="FFFFFF"/>
                </a:solidFill>
                <a:latin typeface="Calibri" pitchFamily="34" charset="0"/>
                <a:ea typeface="Calibri" pitchFamily="34" charset="-122"/>
                <a:cs typeface="Calibri" pitchFamily="34" charset="-120"/>
              </a:rPr>
              <a:t>     </a:t>
            </a:r>
          </a:p>
          <a:p>
            <a:r>
              <a:rPr lang="en-US" b="1" dirty="0">
                <a:solidFill>
                  <a:srgbClr val="FFFFFF"/>
                </a:solidFill>
                <a:latin typeface="Calibri" pitchFamily="34" charset="0"/>
                <a:ea typeface="Calibri" pitchFamily="34" charset="-122"/>
                <a:cs typeface="Calibri" pitchFamily="34" charset="-120"/>
              </a:rPr>
              <a:t>     Deployment  </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a:extLst>
            <a:ext uri="{FF2B5EF4-FFF2-40B4-BE49-F238E27FC236}">
              <a16:creationId xmlns:a16="http://schemas.microsoft.com/office/drawing/2014/main" id="{1496E19A-0C44-FD66-9BB2-0C36E5FF2471}"/>
            </a:ext>
          </a:extLst>
        </p:cNvPr>
        <p:cNvGrpSpPr/>
        <p:nvPr/>
      </p:nvGrpSpPr>
      <p:grpSpPr>
        <a:xfrm>
          <a:off x="0" y="0"/>
          <a:ext cx="0" cy="0"/>
          <a:chOff x="0" y="0"/>
          <a:chExt cx="0" cy="0"/>
        </a:xfrm>
      </p:grpSpPr>
      <p:sp>
        <p:nvSpPr>
          <p:cNvPr id="2" name="Shape 0">
            <a:extLst>
              <a:ext uri="{FF2B5EF4-FFF2-40B4-BE49-F238E27FC236}">
                <a16:creationId xmlns:a16="http://schemas.microsoft.com/office/drawing/2014/main" id="{EA5360E2-0508-6F2C-5E1A-51AE0C0EED6B}"/>
              </a:ext>
            </a:extLst>
          </p:cNvPr>
          <p:cNvSpPr/>
          <p:nvPr/>
        </p:nvSpPr>
        <p:spPr>
          <a:xfrm>
            <a:off x="548640" y="457200"/>
            <a:ext cx="502920" cy="502920"/>
          </a:xfrm>
          <a:prstGeom prst="ellipse">
            <a:avLst/>
          </a:prstGeom>
          <a:solidFill>
            <a:srgbClr val="1E2761"/>
          </a:solidFill>
          <a:ln/>
        </p:spPr>
      </p:sp>
      <p:pic>
        <p:nvPicPr>
          <p:cNvPr id="3" name="Image 0" descr="/home/claude/icons/gitbranch_white.png">
            <a:extLst>
              <a:ext uri="{FF2B5EF4-FFF2-40B4-BE49-F238E27FC236}">
                <a16:creationId xmlns:a16="http://schemas.microsoft.com/office/drawing/2014/main" id="{BF7999F3-857A-56B6-A061-805D51978A81}"/>
              </a:ext>
            </a:extLst>
          </p:cNvPr>
          <p:cNvPicPr>
            <a:picLocks noChangeAspect="1"/>
          </p:cNvPicPr>
          <p:nvPr/>
        </p:nvPicPr>
        <p:blipFill>
          <a:blip r:embed="rId3"/>
          <a:stretch>
            <a:fillRect/>
          </a:stretch>
        </p:blipFill>
        <p:spPr>
          <a:xfrm>
            <a:off x="679399" y="587959"/>
            <a:ext cx="241402" cy="241402"/>
          </a:xfrm>
          <a:prstGeom prst="rect">
            <a:avLst/>
          </a:prstGeom>
        </p:spPr>
      </p:pic>
      <p:sp>
        <p:nvSpPr>
          <p:cNvPr id="4" name="Text 1">
            <a:extLst>
              <a:ext uri="{FF2B5EF4-FFF2-40B4-BE49-F238E27FC236}">
                <a16:creationId xmlns:a16="http://schemas.microsoft.com/office/drawing/2014/main" id="{B3E57379-E302-46A6-2064-06DDF5FC88CE}"/>
              </a:ext>
            </a:extLst>
          </p:cNvPr>
          <p:cNvSpPr/>
          <p:nvPr/>
        </p:nvSpPr>
        <p:spPr>
          <a:xfrm>
            <a:off x="1234440" y="402336"/>
            <a:ext cx="8229600" cy="612648"/>
          </a:xfrm>
          <a:prstGeom prst="rect">
            <a:avLst/>
          </a:prstGeom>
          <a:noFill/>
          <a:ln/>
        </p:spPr>
        <p:txBody>
          <a:bodyPr wrap="square" rtlCol="0" anchor="ctr"/>
          <a:lstStyle/>
          <a:p>
            <a:pPr marL="0" indent="0">
              <a:buNone/>
            </a:pPr>
            <a:r>
              <a:rPr lang="en-US" sz="2600" b="1" dirty="0">
                <a:solidFill>
                  <a:srgbClr val="1E2761"/>
                </a:solidFill>
                <a:latin typeface="Cambria" pitchFamily="34" charset="0"/>
                <a:ea typeface="Cambria" pitchFamily="34" charset="-122"/>
                <a:cs typeface="Cambria" pitchFamily="34" charset="-120"/>
              </a:rPr>
              <a:t>Methodology</a:t>
            </a:r>
            <a:endParaRPr lang="en-US" sz="2600" dirty="0"/>
          </a:p>
        </p:txBody>
      </p:sp>
      <p:sp>
        <p:nvSpPr>
          <p:cNvPr id="6" name="Text 3">
            <a:extLst>
              <a:ext uri="{FF2B5EF4-FFF2-40B4-BE49-F238E27FC236}">
                <a16:creationId xmlns:a16="http://schemas.microsoft.com/office/drawing/2014/main" id="{28E7017D-EA26-DD7D-867C-5DAF05396B52}"/>
              </a:ext>
            </a:extLst>
          </p:cNvPr>
          <p:cNvSpPr/>
          <p:nvPr/>
        </p:nvSpPr>
        <p:spPr>
          <a:xfrm>
            <a:off x="4572" y="2194560"/>
            <a:ext cx="1298448" cy="1005840"/>
          </a:xfrm>
          <a:prstGeom prst="rect">
            <a:avLst/>
          </a:prstGeom>
          <a:noFill/>
          <a:ln/>
        </p:spPr>
        <p:txBody>
          <a:bodyPr wrap="square" rtlCol="0" anchor="ctr"/>
          <a:lstStyle/>
          <a:p>
            <a:pPr marL="0" indent="0" algn="ctr">
              <a:buNone/>
            </a:pPr>
            <a:r>
              <a:rPr lang="en-US" sz="1150" b="1" dirty="0">
                <a:solidFill>
                  <a:srgbClr val="FFFFFF"/>
                </a:solidFill>
                <a:latin typeface="Calibri" pitchFamily="34" charset="0"/>
                <a:ea typeface="Calibri" pitchFamily="34" charset="-122"/>
                <a:cs typeface="Calibri" pitchFamily="34" charset="-120"/>
              </a:rPr>
              <a:t>Data</a:t>
            </a:r>
            <a:endParaRPr lang="en-US" sz="1150" dirty="0"/>
          </a:p>
          <a:p>
            <a:pPr marL="0" indent="0" algn="ctr">
              <a:buNone/>
            </a:pPr>
            <a:r>
              <a:rPr lang="en-US" sz="1150" b="1" dirty="0">
                <a:solidFill>
                  <a:srgbClr val="FFFFFF"/>
                </a:solidFill>
                <a:latin typeface="Calibri" pitchFamily="34" charset="0"/>
                <a:ea typeface="Calibri" pitchFamily="34" charset="-122"/>
                <a:cs typeface="Calibri" pitchFamily="34" charset="-120"/>
              </a:rPr>
              <a:t>Collection</a:t>
            </a:r>
            <a:endParaRPr lang="en-US" sz="1150" dirty="0"/>
          </a:p>
        </p:txBody>
      </p:sp>
      <p:sp>
        <p:nvSpPr>
          <p:cNvPr id="36" name="Shape 33">
            <a:extLst>
              <a:ext uri="{FF2B5EF4-FFF2-40B4-BE49-F238E27FC236}">
                <a16:creationId xmlns:a16="http://schemas.microsoft.com/office/drawing/2014/main" id="{C5007B6D-FA41-CCDE-429C-3EDC80C9A711}"/>
              </a:ext>
            </a:extLst>
          </p:cNvPr>
          <p:cNvSpPr/>
          <p:nvPr/>
        </p:nvSpPr>
        <p:spPr>
          <a:xfrm>
            <a:off x="411480" y="1379288"/>
            <a:ext cx="11091672" cy="4671838"/>
          </a:xfrm>
          <a:prstGeom prst="rect">
            <a:avLst/>
          </a:prstGeom>
          <a:solidFill>
            <a:srgbClr val="EEF3FC"/>
          </a:solidFill>
          <a:ln/>
        </p:spPr>
      </p:sp>
      <p:sp>
        <p:nvSpPr>
          <p:cNvPr id="37" name="Text 34">
            <a:extLst>
              <a:ext uri="{FF2B5EF4-FFF2-40B4-BE49-F238E27FC236}">
                <a16:creationId xmlns:a16="http://schemas.microsoft.com/office/drawing/2014/main" id="{045CE188-5898-6B23-42FD-036EB6CF454D}"/>
              </a:ext>
            </a:extLst>
          </p:cNvPr>
          <p:cNvSpPr/>
          <p:nvPr/>
        </p:nvSpPr>
        <p:spPr>
          <a:xfrm>
            <a:off x="800100" y="1839773"/>
            <a:ext cx="3514344" cy="320040"/>
          </a:xfrm>
          <a:prstGeom prst="rect">
            <a:avLst/>
          </a:prstGeom>
          <a:noFill/>
          <a:ln/>
        </p:spPr>
        <p:txBody>
          <a:bodyPr wrap="square" rtlCol="0" anchor="ctr"/>
          <a:lstStyle/>
          <a:p>
            <a:pPr marL="0" indent="0">
              <a:buNone/>
            </a:pPr>
            <a:r>
              <a:rPr lang="en-US" sz="1400" b="1" dirty="0">
                <a:solidFill>
                  <a:srgbClr val="1E2761"/>
                </a:solidFill>
                <a:latin typeface="Cascadia Code SemiBold" panose="020B0609020000020004" pitchFamily="49" charset="0"/>
                <a:ea typeface="Cascadia Code SemiBold" panose="020B0609020000020004" pitchFamily="49" charset="0"/>
                <a:cs typeface="Cascadia Code SemiBold" panose="020B0609020000020004" pitchFamily="49" charset="0"/>
              </a:rPr>
              <a:t>Data Prep</a:t>
            </a:r>
            <a:endParaRPr lang="en-US" sz="1400" dirty="0">
              <a:latin typeface="Cascadia Code SemiBold" panose="020B0609020000020004" pitchFamily="49" charset="0"/>
              <a:ea typeface="Cascadia Code SemiBold" panose="020B0609020000020004" pitchFamily="49" charset="0"/>
              <a:cs typeface="Cascadia Code SemiBold" panose="020B0609020000020004" pitchFamily="49" charset="0"/>
            </a:endParaRPr>
          </a:p>
        </p:txBody>
      </p:sp>
      <p:sp>
        <p:nvSpPr>
          <p:cNvPr id="38" name="Text 35">
            <a:extLst>
              <a:ext uri="{FF2B5EF4-FFF2-40B4-BE49-F238E27FC236}">
                <a16:creationId xmlns:a16="http://schemas.microsoft.com/office/drawing/2014/main" id="{15D5AF56-7D41-4820-9FBB-311477C207B4}"/>
              </a:ext>
            </a:extLst>
          </p:cNvPr>
          <p:cNvSpPr/>
          <p:nvPr/>
        </p:nvSpPr>
        <p:spPr>
          <a:xfrm>
            <a:off x="822960" y="2356409"/>
            <a:ext cx="3514344" cy="1463040"/>
          </a:xfrm>
          <a:prstGeom prst="rect">
            <a:avLst/>
          </a:prstGeom>
          <a:noFill/>
          <a:ln/>
        </p:spPr>
        <p:txBody>
          <a:bodyPr wrap="square" rtlCol="0" anchor="t"/>
          <a:lstStyle/>
          <a:p>
            <a:pPr marL="0" indent="0">
              <a:buNone/>
            </a:pPr>
            <a:r>
              <a:rPr lang="en-US" sz="1250" dirty="0">
                <a:solidFill>
                  <a:schemeClr val="accent1">
                    <a:lumMod val="75000"/>
                  </a:schemeClr>
                </a:solidFill>
                <a:latin typeface="Calibri" pitchFamily="34" charset="0"/>
                <a:ea typeface="Calibri" pitchFamily="34" charset="-122"/>
                <a:cs typeface="Calibri" pitchFamily="34" charset="-120"/>
              </a:rPr>
              <a:t>Raw postings are collected and cleaned — handling missing values, duplicates, and noisy text</a:t>
            </a:r>
            <a:r>
              <a:rPr lang="en-US" sz="1250" dirty="0">
                <a:solidFill>
                  <a:srgbClr val="36454F"/>
                </a:solidFill>
                <a:latin typeface="Calibri" pitchFamily="34" charset="0"/>
                <a:ea typeface="Calibri" pitchFamily="34" charset="-122"/>
                <a:cs typeface="Calibri" pitchFamily="34" charset="-120"/>
              </a:rPr>
              <a:t>.</a:t>
            </a:r>
            <a:endParaRPr lang="en-US" sz="1250" dirty="0"/>
          </a:p>
        </p:txBody>
      </p:sp>
      <p:sp>
        <p:nvSpPr>
          <p:cNvPr id="39" name="Text 36">
            <a:extLst>
              <a:ext uri="{FF2B5EF4-FFF2-40B4-BE49-F238E27FC236}">
                <a16:creationId xmlns:a16="http://schemas.microsoft.com/office/drawing/2014/main" id="{3E757F44-8425-DD99-8F7A-471220C7535A}"/>
              </a:ext>
            </a:extLst>
          </p:cNvPr>
          <p:cNvSpPr/>
          <p:nvPr/>
        </p:nvSpPr>
        <p:spPr>
          <a:xfrm>
            <a:off x="920801" y="3768616"/>
            <a:ext cx="3514344" cy="320040"/>
          </a:xfrm>
          <a:prstGeom prst="rect">
            <a:avLst/>
          </a:prstGeom>
          <a:noFill/>
          <a:ln/>
        </p:spPr>
        <p:txBody>
          <a:bodyPr wrap="square" rtlCol="0" anchor="ctr"/>
          <a:lstStyle/>
          <a:p>
            <a:pPr marL="0" indent="0">
              <a:buNone/>
            </a:pPr>
            <a:r>
              <a:rPr lang="en-US" sz="1400" b="1" dirty="0">
                <a:solidFill>
                  <a:srgbClr val="1E2761"/>
                </a:solidFill>
                <a:latin typeface="Cascadia Code SemiBold" panose="020B0609020000020004" pitchFamily="49" charset="0"/>
                <a:ea typeface="Cascadia Code SemiBold" panose="020B0609020000020004" pitchFamily="49" charset="0"/>
                <a:cs typeface="Cascadia Code SemiBold" panose="020B0609020000020004" pitchFamily="49" charset="0"/>
              </a:rPr>
              <a:t>Analysis &amp; NLP</a:t>
            </a:r>
            <a:endParaRPr lang="en-US" sz="1400" dirty="0">
              <a:latin typeface="Cascadia Code SemiBold" panose="020B0609020000020004" pitchFamily="49" charset="0"/>
              <a:ea typeface="Cascadia Code SemiBold" panose="020B0609020000020004" pitchFamily="49" charset="0"/>
              <a:cs typeface="Cascadia Code SemiBold" panose="020B0609020000020004" pitchFamily="49" charset="0"/>
            </a:endParaRPr>
          </a:p>
        </p:txBody>
      </p:sp>
      <p:sp>
        <p:nvSpPr>
          <p:cNvPr id="40" name="Text 37">
            <a:extLst>
              <a:ext uri="{FF2B5EF4-FFF2-40B4-BE49-F238E27FC236}">
                <a16:creationId xmlns:a16="http://schemas.microsoft.com/office/drawing/2014/main" id="{9967EF68-AEAB-EA75-B506-1C032F985283}"/>
              </a:ext>
            </a:extLst>
          </p:cNvPr>
          <p:cNvSpPr/>
          <p:nvPr/>
        </p:nvSpPr>
        <p:spPr>
          <a:xfrm>
            <a:off x="920801" y="4258361"/>
            <a:ext cx="3514344" cy="1463040"/>
          </a:xfrm>
          <a:prstGeom prst="rect">
            <a:avLst/>
          </a:prstGeom>
          <a:noFill/>
          <a:ln/>
        </p:spPr>
        <p:txBody>
          <a:bodyPr wrap="square" rtlCol="0" anchor="t"/>
          <a:lstStyle/>
          <a:p>
            <a:pPr marL="0" indent="0">
              <a:buNone/>
            </a:pPr>
            <a:r>
              <a:rPr lang="en-US" sz="1250" dirty="0">
                <a:solidFill>
                  <a:schemeClr val="accent1">
                    <a:lumMod val="75000"/>
                  </a:schemeClr>
                </a:solidFill>
                <a:latin typeface="Calibri" pitchFamily="34" charset="0"/>
                <a:ea typeface="Calibri" pitchFamily="34" charset="-122"/>
                <a:cs typeface="Calibri" pitchFamily="34" charset="-120"/>
              </a:rPr>
              <a:t>EDA reveals class patterns; text is tokenized, lemmatized, and vectorized with TF-IDF.</a:t>
            </a:r>
            <a:endParaRPr lang="en-US" sz="1250" dirty="0">
              <a:solidFill>
                <a:schemeClr val="accent1">
                  <a:lumMod val="75000"/>
                </a:schemeClr>
              </a:solidFill>
            </a:endParaRPr>
          </a:p>
        </p:txBody>
      </p:sp>
      <p:sp>
        <p:nvSpPr>
          <p:cNvPr id="41" name="Text 38">
            <a:extLst>
              <a:ext uri="{FF2B5EF4-FFF2-40B4-BE49-F238E27FC236}">
                <a16:creationId xmlns:a16="http://schemas.microsoft.com/office/drawing/2014/main" id="{B117379A-3A0A-F22C-CA9E-453E196C5700}"/>
              </a:ext>
            </a:extLst>
          </p:cNvPr>
          <p:cNvSpPr/>
          <p:nvPr/>
        </p:nvSpPr>
        <p:spPr>
          <a:xfrm>
            <a:off x="7047349" y="1999793"/>
            <a:ext cx="3514344" cy="320040"/>
          </a:xfrm>
          <a:prstGeom prst="rect">
            <a:avLst/>
          </a:prstGeom>
          <a:noFill/>
          <a:ln/>
        </p:spPr>
        <p:txBody>
          <a:bodyPr wrap="square" rtlCol="0" anchor="ctr"/>
          <a:lstStyle/>
          <a:p>
            <a:pPr marL="0" indent="0">
              <a:buNone/>
            </a:pPr>
            <a:r>
              <a:rPr lang="en-US" sz="1400" b="1" dirty="0">
                <a:solidFill>
                  <a:srgbClr val="1E2761"/>
                </a:solidFill>
                <a:latin typeface="Cascadia Code SemiBold" panose="020B0609020000020004" pitchFamily="49" charset="0"/>
                <a:ea typeface="Cascadia Code SemiBold" panose="020B0609020000020004" pitchFamily="49" charset="0"/>
                <a:cs typeface="Cascadia Code SemiBold" panose="020B0609020000020004" pitchFamily="49" charset="0"/>
              </a:rPr>
              <a:t>Modeling</a:t>
            </a:r>
            <a:endParaRPr lang="en-US" sz="1400" dirty="0">
              <a:latin typeface="Cascadia Code SemiBold" panose="020B0609020000020004" pitchFamily="49" charset="0"/>
              <a:ea typeface="Cascadia Code SemiBold" panose="020B0609020000020004" pitchFamily="49" charset="0"/>
              <a:cs typeface="Cascadia Code SemiBold" panose="020B0609020000020004" pitchFamily="49" charset="0"/>
            </a:endParaRPr>
          </a:p>
        </p:txBody>
      </p:sp>
      <p:sp>
        <p:nvSpPr>
          <p:cNvPr id="42" name="Text 39">
            <a:extLst>
              <a:ext uri="{FF2B5EF4-FFF2-40B4-BE49-F238E27FC236}">
                <a16:creationId xmlns:a16="http://schemas.microsoft.com/office/drawing/2014/main" id="{B0F75DE2-3D6D-4052-49E5-AA786560B4A0}"/>
              </a:ext>
            </a:extLst>
          </p:cNvPr>
          <p:cNvSpPr/>
          <p:nvPr/>
        </p:nvSpPr>
        <p:spPr>
          <a:xfrm>
            <a:off x="6440859" y="2384439"/>
            <a:ext cx="3514344" cy="1463040"/>
          </a:xfrm>
          <a:prstGeom prst="rect">
            <a:avLst/>
          </a:prstGeom>
          <a:noFill/>
          <a:ln/>
        </p:spPr>
        <p:txBody>
          <a:bodyPr wrap="square" rtlCol="0" anchor="t"/>
          <a:lstStyle/>
          <a:p>
            <a:pPr marL="0" indent="0">
              <a:buNone/>
            </a:pPr>
            <a:r>
              <a:rPr lang="en-US" sz="1250" dirty="0">
                <a:solidFill>
                  <a:schemeClr val="accent1">
                    <a:lumMod val="75000"/>
                  </a:schemeClr>
                </a:solidFill>
                <a:latin typeface="Calibri" pitchFamily="34" charset="0"/>
                <a:ea typeface="Calibri" pitchFamily="34" charset="-122"/>
                <a:cs typeface="Calibri" pitchFamily="34" charset="-120"/>
              </a:rPr>
              <a:t>Multiple classifiers are trained, tuned, and evaluated before the best is deployed.</a:t>
            </a:r>
            <a:endParaRPr lang="en-US" sz="1250" dirty="0">
              <a:solidFill>
                <a:schemeClr val="accent1">
                  <a:lumMod val="75000"/>
                </a:schemeClr>
              </a:solidFill>
            </a:endParaRPr>
          </a:p>
        </p:txBody>
      </p:sp>
      <p:sp>
        <p:nvSpPr>
          <p:cNvPr id="43" name="Text 40">
            <a:extLst>
              <a:ext uri="{FF2B5EF4-FFF2-40B4-BE49-F238E27FC236}">
                <a16:creationId xmlns:a16="http://schemas.microsoft.com/office/drawing/2014/main" id="{F1C24B5B-C4AB-7D58-9C19-A34C8A67B4EC}"/>
              </a:ext>
            </a:extLst>
          </p:cNvPr>
          <p:cNvSpPr/>
          <p:nvPr/>
        </p:nvSpPr>
        <p:spPr>
          <a:xfrm>
            <a:off x="457200" y="6519672"/>
            <a:ext cx="7315200" cy="274320"/>
          </a:xfrm>
          <a:prstGeom prst="rect">
            <a:avLst/>
          </a:prstGeom>
          <a:noFill/>
          <a:ln/>
        </p:spPr>
        <p:txBody>
          <a:bodyPr wrap="square" rtlCol="0" anchor="ctr"/>
          <a:lstStyle/>
          <a:p>
            <a:pPr marL="0" indent="0" algn="l">
              <a:buNone/>
            </a:pPr>
            <a:r>
              <a:rPr lang="en-US" sz="900" dirty="0">
                <a:solidFill>
                  <a:srgbClr val="8492A6"/>
                </a:solidFill>
                <a:latin typeface="Calibri" pitchFamily="34" charset="0"/>
                <a:ea typeface="Calibri" pitchFamily="34" charset="-122"/>
                <a:cs typeface="Calibri" pitchFamily="34" charset="-120"/>
              </a:rPr>
              <a:t>Fake Job Posting Detection Using Machine Learning</a:t>
            </a:r>
            <a:endParaRPr lang="en-US" sz="900" dirty="0"/>
          </a:p>
        </p:txBody>
      </p:sp>
      <p:sp>
        <p:nvSpPr>
          <p:cNvPr id="44" name="Text 41">
            <a:extLst>
              <a:ext uri="{FF2B5EF4-FFF2-40B4-BE49-F238E27FC236}">
                <a16:creationId xmlns:a16="http://schemas.microsoft.com/office/drawing/2014/main" id="{11BFA942-9E8E-E0E3-DB78-C6DE53974696}"/>
              </a:ext>
            </a:extLst>
          </p:cNvPr>
          <p:cNvSpPr/>
          <p:nvPr/>
        </p:nvSpPr>
        <p:spPr>
          <a:xfrm>
            <a:off x="11274552" y="6519672"/>
            <a:ext cx="457200" cy="274320"/>
          </a:xfrm>
          <a:prstGeom prst="rect">
            <a:avLst/>
          </a:prstGeom>
          <a:noFill/>
          <a:ln/>
        </p:spPr>
        <p:txBody>
          <a:bodyPr wrap="square" rtlCol="0" anchor="ctr"/>
          <a:lstStyle/>
          <a:p>
            <a:pPr marL="0" indent="0" algn="r">
              <a:buNone/>
            </a:pPr>
            <a:r>
              <a:rPr lang="en-US" sz="900" dirty="0">
                <a:solidFill>
                  <a:srgbClr val="8492A6"/>
                </a:solidFill>
                <a:latin typeface="Calibri" pitchFamily="34" charset="0"/>
                <a:ea typeface="Calibri" pitchFamily="34" charset="-122"/>
                <a:cs typeface="Calibri" pitchFamily="34" charset="-120"/>
              </a:rPr>
              <a:t>5</a:t>
            </a:r>
            <a:endParaRPr lang="en-US" sz="900" dirty="0"/>
          </a:p>
        </p:txBody>
      </p:sp>
      <p:sp>
        <p:nvSpPr>
          <p:cNvPr id="46" name="Text 38">
            <a:extLst>
              <a:ext uri="{FF2B5EF4-FFF2-40B4-BE49-F238E27FC236}">
                <a16:creationId xmlns:a16="http://schemas.microsoft.com/office/drawing/2014/main" id="{249E130E-26E2-2B59-CA29-268B4CA288EF}"/>
              </a:ext>
            </a:extLst>
          </p:cNvPr>
          <p:cNvSpPr/>
          <p:nvPr/>
        </p:nvSpPr>
        <p:spPr>
          <a:xfrm>
            <a:off x="6893487" y="3684281"/>
            <a:ext cx="3514344" cy="320040"/>
          </a:xfrm>
          <a:prstGeom prst="rect">
            <a:avLst/>
          </a:prstGeom>
          <a:noFill/>
          <a:ln/>
        </p:spPr>
        <p:txBody>
          <a:bodyPr wrap="square" rtlCol="0" anchor="ctr"/>
          <a:lstStyle/>
          <a:p>
            <a:r>
              <a:rPr lang="en-US" sz="1400" dirty="0">
                <a:solidFill>
                  <a:schemeClr val="accent1">
                    <a:lumMod val="50000"/>
                  </a:schemeClr>
                </a:solidFill>
                <a:latin typeface="Cascadia Code SemiBold" panose="020B0609020000020004" pitchFamily="49" charset="0"/>
                <a:ea typeface="Cascadia Code SemiBold" panose="020B0609020000020004" pitchFamily="49" charset="0"/>
                <a:cs typeface="Cascadia Code SemiBold" panose="020B0609020000020004" pitchFamily="49" charset="0"/>
              </a:rPr>
              <a:t>Evaluation &amp; Deployment</a:t>
            </a:r>
          </a:p>
        </p:txBody>
      </p:sp>
      <p:sp>
        <p:nvSpPr>
          <p:cNvPr id="48" name="Text 39">
            <a:extLst>
              <a:ext uri="{FF2B5EF4-FFF2-40B4-BE49-F238E27FC236}">
                <a16:creationId xmlns:a16="http://schemas.microsoft.com/office/drawing/2014/main" id="{05A3F0F9-2D35-8EB2-8800-5ADA99A4D5A8}"/>
              </a:ext>
            </a:extLst>
          </p:cNvPr>
          <p:cNvSpPr/>
          <p:nvPr/>
        </p:nvSpPr>
        <p:spPr>
          <a:xfrm>
            <a:off x="6440859" y="4210695"/>
            <a:ext cx="3514344" cy="1463040"/>
          </a:xfrm>
          <a:prstGeom prst="rect">
            <a:avLst/>
          </a:prstGeom>
          <a:noFill/>
          <a:ln/>
        </p:spPr>
        <p:txBody>
          <a:bodyPr wrap="square" rtlCol="0" anchor="t"/>
          <a:lstStyle/>
          <a:p>
            <a:r>
              <a:rPr lang="en-US" sz="1200" dirty="0">
                <a:solidFill>
                  <a:schemeClr val="accent1">
                    <a:lumMod val="75000"/>
                  </a:schemeClr>
                </a:solidFill>
              </a:rPr>
              <a:t>Trained models are compared using F1-score and ROC-AUC, with the top performer selected for deployment.</a:t>
            </a:r>
          </a:p>
        </p:txBody>
      </p:sp>
    </p:spTree>
    <p:extLst>
      <p:ext uri="{BB962C8B-B14F-4D97-AF65-F5344CB8AC3E}">
        <p14:creationId xmlns:p14="http://schemas.microsoft.com/office/powerpoint/2010/main" val="53776867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6">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548640" y="457200"/>
            <a:ext cx="502920" cy="502920"/>
          </a:xfrm>
          <a:prstGeom prst="ellipse">
            <a:avLst/>
          </a:prstGeom>
          <a:solidFill>
            <a:srgbClr val="1E2761"/>
          </a:solidFill>
          <a:ln/>
        </p:spPr>
      </p:sp>
      <p:pic>
        <p:nvPicPr>
          <p:cNvPr id="3" name="Image 0" descr="/home/claude/icons/messagesquare_white.png"/>
          <p:cNvPicPr>
            <a:picLocks noChangeAspect="1"/>
          </p:cNvPicPr>
          <p:nvPr/>
        </p:nvPicPr>
        <p:blipFill>
          <a:blip r:embed="rId3"/>
          <a:stretch>
            <a:fillRect/>
          </a:stretch>
        </p:blipFill>
        <p:spPr>
          <a:xfrm>
            <a:off x="679399" y="587959"/>
            <a:ext cx="241402" cy="241402"/>
          </a:xfrm>
          <a:prstGeom prst="rect">
            <a:avLst/>
          </a:prstGeom>
        </p:spPr>
      </p:pic>
      <p:sp>
        <p:nvSpPr>
          <p:cNvPr id="4" name="Text 1"/>
          <p:cNvSpPr/>
          <p:nvPr/>
        </p:nvSpPr>
        <p:spPr>
          <a:xfrm>
            <a:off x="1234440" y="402336"/>
            <a:ext cx="8229600" cy="612648"/>
          </a:xfrm>
          <a:prstGeom prst="rect">
            <a:avLst/>
          </a:prstGeom>
          <a:noFill/>
          <a:ln/>
        </p:spPr>
        <p:txBody>
          <a:bodyPr wrap="square" rtlCol="0" anchor="ctr"/>
          <a:lstStyle/>
          <a:p>
            <a:pPr marL="0" indent="0">
              <a:buNone/>
            </a:pPr>
            <a:r>
              <a:rPr lang="en-US" sz="2400" b="1" dirty="0">
                <a:solidFill>
                  <a:srgbClr val="1E2761"/>
                </a:solidFill>
                <a:latin typeface="Cambria" pitchFamily="34" charset="0"/>
                <a:ea typeface="Cambria" pitchFamily="34" charset="-122"/>
                <a:cs typeface="Cambria" pitchFamily="34" charset="-120"/>
              </a:rPr>
              <a:t>Natural Language Processing</a:t>
            </a:r>
            <a:endParaRPr lang="en-US" sz="2400" dirty="0"/>
          </a:p>
        </p:txBody>
      </p:sp>
      <p:sp>
        <p:nvSpPr>
          <p:cNvPr id="5" name="Shape 2"/>
          <p:cNvSpPr/>
          <p:nvPr/>
        </p:nvSpPr>
        <p:spPr>
          <a:xfrm>
            <a:off x="548640" y="1691640"/>
            <a:ext cx="2035454" cy="4160520"/>
          </a:xfrm>
          <a:prstGeom prst="rect">
            <a:avLst/>
          </a:prstGeom>
          <a:solidFill>
            <a:srgbClr val="EEF3FC"/>
          </a:solidFill>
          <a:ln/>
        </p:spPr>
      </p:sp>
      <p:sp>
        <p:nvSpPr>
          <p:cNvPr id="6" name="Shape 3"/>
          <p:cNvSpPr/>
          <p:nvPr/>
        </p:nvSpPr>
        <p:spPr>
          <a:xfrm>
            <a:off x="1292047" y="1965960"/>
            <a:ext cx="548640" cy="548640"/>
          </a:xfrm>
          <a:prstGeom prst="ellipse">
            <a:avLst/>
          </a:prstGeom>
          <a:solidFill>
            <a:srgbClr val="1E2761"/>
          </a:solidFill>
          <a:ln/>
        </p:spPr>
      </p:sp>
      <p:pic>
        <p:nvPicPr>
          <p:cNvPr id="7" name="Image 1" descr="/home/claude/icons/layers_white.png"/>
          <p:cNvPicPr>
            <a:picLocks noChangeAspect="1"/>
          </p:cNvPicPr>
          <p:nvPr/>
        </p:nvPicPr>
        <p:blipFill>
          <a:blip r:embed="rId4"/>
          <a:stretch>
            <a:fillRect/>
          </a:stretch>
        </p:blipFill>
        <p:spPr>
          <a:xfrm>
            <a:off x="1434694" y="2108606"/>
            <a:ext cx="263347" cy="263347"/>
          </a:xfrm>
          <a:prstGeom prst="rect">
            <a:avLst/>
          </a:prstGeom>
        </p:spPr>
      </p:pic>
      <p:sp>
        <p:nvSpPr>
          <p:cNvPr id="8" name="Text 4"/>
          <p:cNvSpPr/>
          <p:nvPr/>
        </p:nvSpPr>
        <p:spPr>
          <a:xfrm>
            <a:off x="658368" y="2743200"/>
            <a:ext cx="1815998" cy="640080"/>
          </a:xfrm>
          <a:prstGeom prst="rect">
            <a:avLst/>
          </a:prstGeom>
          <a:noFill/>
          <a:ln/>
        </p:spPr>
        <p:txBody>
          <a:bodyPr wrap="square" rtlCol="0" anchor="t"/>
          <a:lstStyle/>
          <a:p>
            <a:pPr marL="0" indent="0" algn="ctr">
              <a:buNone/>
            </a:pPr>
            <a:r>
              <a:rPr lang="en-US" sz="1350" b="1" dirty="0">
                <a:solidFill>
                  <a:srgbClr val="1E2761"/>
                </a:solidFill>
                <a:latin typeface="Cambria" pitchFamily="34" charset="0"/>
                <a:ea typeface="Cambria" pitchFamily="34" charset="-122"/>
                <a:cs typeface="Cambria" pitchFamily="34" charset="-120"/>
              </a:rPr>
              <a:t>Tokenization</a:t>
            </a:r>
            <a:endParaRPr lang="en-US" sz="1350" dirty="0"/>
          </a:p>
        </p:txBody>
      </p:sp>
      <p:sp>
        <p:nvSpPr>
          <p:cNvPr id="9" name="Text 5"/>
          <p:cNvSpPr/>
          <p:nvPr/>
        </p:nvSpPr>
        <p:spPr>
          <a:xfrm>
            <a:off x="685800" y="3383280"/>
            <a:ext cx="1761134" cy="2286000"/>
          </a:xfrm>
          <a:prstGeom prst="rect">
            <a:avLst/>
          </a:prstGeom>
          <a:noFill/>
          <a:ln/>
        </p:spPr>
        <p:txBody>
          <a:bodyPr wrap="square" rtlCol="0" anchor="t"/>
          <a:lstStyle/>
          <a:p>
            <a:pPr marL="0" indent="0" algn="ctr">
              <a:buNone/>
            </a:pPr>
            <a:r>
              <a:rPr lang="en-US" sz="1100" dirty="0">
                <a:solidFill>
                  <a:srgbClr val="36454F"/>
                </a:solidFill>
                <a:latin typeface="Calibri" pitchFamily="34" charset="0"/>
                <a:ea typeface="Calibri" pitchFamily="34" charset="-122"/>
                <a:cs typeface="Calibri" pitchFamily="34" charset="-120"/>
              </a:rPr>
              <a:t>Splitting raw posting text into individual words or tokens for analysis.</a:t>
            </a:r>
            <a:endParaRPr lang="en-US" sz="1100" dirty="0"/>
          </a:p>
        </p:txBody>
      </p:sp>
      <p:sp>
        <p:nvSpPr>
          <p:cNvPr id="10" name="Text 6"/>
          <p:cNvSpPr/>
          <p:nvPr/>
        </p:nvSpPr>
        <p:spPr>
          <a:xfrm>
            <a:off x="2126894" y="1783080"/>
            <a:ext cx="365760" cy="365760"/>
          </a:xfrm>
          <a:prstGeom prst="rect">
            <a:avLst/>
          </a:prstGeom>
          <a:noFill/>
          <a:ln/>
        </p:spPr>
        <p:txBody>
          <a:bodyPr wrap="square" rtlCol="0" anchor="ctr"/>
          <a:lstStyle/>
          <a:p>
            <a:pPr marL="0" indent="0" algn="ctr">
              <a:buNone/>
            </a:pPr>
            <a:r>
              <a:rPr lang="en-US" sz="1400" b="1" dirty="0">
                <a:solidFill>
                  <a:srgbClr val="8492A6"/>
                </a:solidFill>
                <a:latin typeface="Cambria" pitchFamily="34" charset="0"/>
                <a:ea typeface="Cambria" pitchFamily="34" charset="-122"/>
                <a:cs typeface="Cambria" pitchFamily="34" charset="-120"/>
              </a:rPr>
              <a:t>1</a:t>
            </a:r>
            <a:endParaRPr lang="en-US" sz="1400" dirty="0"/>
          </a:p>
        </p:txBody>
      </p:sp>
      <p:sp>
        <p:nvSpPr>
          <p:cNvPr id="11" name="Shape 7"/>
          <p:cNvSpPr/>
          <p:nvPr/>
        </p:nvSpPr>
        <p:spPr>
          <a:xfrm>
            <a:off x="2812694" y="1691640"/>
            <a:ext cx="2035454" cy="4160520"/>
          </a:xfrm>
          <a:prstGeom prst="rect">
            <a:avLst/>
          </a:prstGeom>
          <a:solidFill>
            <a:srgbClr val="EEF3FC"/>
          </a:solidFill>
          <a:ln/>
        </p:spPr>
      </p:sp>
      <p:sp>
        <p:nvSpPr>
          <p:cNvPr id="12" name="Shape 8"/>
          <p:cNvSpPr/>
          <p:nvPr/>
        </p:nvSpPr>
        <p:spPr>
          <a:xfrm>
            <a:off x="3556102" y="1965960"/>
            <a:ext cx="548640" cy="548640"/>
          </a:xfrm>
          <a:prstGeom prst="ellipse">
            <a:avLst/>
          </a:prstGeom>
          <a:solidFill>
            <a:srgbClr val="1E2761"/>
          </a:solidFill>
          <a:ln/>
        </p:spPr>
      </p:sp>
      <p:pic>
        <p:nvPicPr>
          <p:cNvPr id="13" name="Image 2" descr="/home/claude/icons/filter_white.png"/>
          <p:cNvPicPr>
            <a:picLocks noChangeAspect="1"/>
          </p:cNvPicPr>
          <p:nvPr/>
        </p:nvPicPr>
        <p:blipFill>
          <a:blip r:embed="rId5"/>
          <a:stretch>
            <a:fillRect/>
          </a:stretch>
        </p:blipFill>
        <p:spPr>
          <a:xfrm>
            <a:off x="3698748" y="2108606"/>
            <a:ext cx="263347" cy="263347"/>
          </a:xfrm>
          <a:prstGeom prst="rect">
            <a:avLst/>
          </a:prstGeom>
        </p:spPr>
      </p:pic>
      <p:sp>
        <p:nvSpPr>
          <p:cNvPr id="14" name="Text 9"/>
          <p:cNvSpPr/>
          <p:nvPr/>
        </p:nvSpPr>
        <p:spPr>
          <a:xfrm>
            <a:off x="2922422" y="2743200"/>
            <a:ext cx="1815998" cy="640080"/>
          </a:xfrm>
          <a:prstGeom prst="rect">
            <a:avLst/>
          </a:prstGeom>
          <a:noFill/>
          <a:ln/>
        </p:spPr>
        <p:txBody>
          <a:bodyPr wrap="square" rtlCol="0" anchor="t"/>
          <a:lstStyle/>
          <a:p>
            <a:pPr marL="0" indent="0" algn="ctr">
              <a:buNone/>
            </a:pPr>
            <a:r>
              <a:rPr lang="en-US" sz="1350" b="1" dirty="0">
                <a:solidFill>
                  <a:srgbClr val="1E2761"/>
                </a:solidFill>
                <a:latin typeface="Cambria" pitchFamily="34" charset="0"/>
                <a:ea typeface="Cambria" pitchFamily="34" charset="-122"/>
                <a:cs typeface="Cambria" pitchFamily="34" charset="-120"/>
              </a:rPr>
              <a:t>Stopword Removal</a:t>
            </a:r>
            <a:endParaRPr lang="en-US" sz="1350" dirty="0"/>
          </a:p>
        </p:txBody>
      </p:sp>
      <p:sp>
        <p:nvSpPr>
          <p:cNvPr id="15" name="Text 10"/>
          <p:cNvSpPr/>
          <p:nvPr/>
        </p:nvSpPr>
        <p:spPr>
          <a:xfrm>
            <a:off x="2949854" y="3383280"/>
            <a:ext cx="1761134" cy="2286000"/>
          </a:xfrm>
          <a:prstGeom prst="rect">
            <a:avLst/>
          </a:prstGeom>
          <a:noFill/>
          <a:ln/>
        </p:spPr>
        <p:txBody>
          <a:bodyPr wrap="square" rtlCol="0" anchor="t"/>
          <a:lstStyle/>
          <a:p>
            <a:pPr marL="0" indent="0" algn="ctr">
              <a:buNone/>
            </a:pPr>
            <a:r>
              <a:rPr lang="en-US" sz="1100" dirty="0">
                <a:solidFill>
                  <a:srgbClr val="36454F"/>
                </a:solidFill>
                <a:latin typeface="Calibri" pitchFamily="34" charset="0"/>
                <a:ea typeface="Calibri" pitchFamily="34" charset="-122"/>
                <a:cs typeface="Calibri" pitchFamily="34" charset="-120"/>
              </a:rPr>
              <a:t>Removing common, low-signal words (e.g. “the”, “and”) to reduce noise.</a:t>
            </a:r>
            <a:endParaRPr lang="en-US" sz="1100" dirty="0"/>
          </a:p>
        </p:txBody>
      </p:sp>
      <p:sp>
        <p:nvSpPr>
          <p:cNvPr id="16" name="Text 11"/>
          <p:cNvSpPr/>
          <p:nvPr/>
        </p:nvSpPr>
        <p:spPr>
          <a:xfrm>
            <a:off x="4390949" y="1783080"/>
            <a:ext cx="365760" cy="365760"/>
          </a:xfrm>
          <a:prstGeom prst="rect">
            <a:avLst/>
          </a:prstGeom>
          <a:noFill/>
          <a:ln/>
        </p:spPr>
        <p:txBody>
          <a:bodyPr wrap="square" rtlCol="0" anchor="ctr"/>
          <a:lstStyle/>
          <a:p>
            <a:pPr marL="0" indent="0" algn="ctr">
              <a:buNone/>
            </a:pPr>
            <a:r>
              <a:rPr lang="en-US" sz="1400" b="1" dirty="0">
                <a:solidFill>
                  <a:srgbClr val="8492A6"/>
                </a:solidFill>
                <a:latin typeface="Cambria" pitchFamily="34" charset="0"/>
                <a:ea typeface="Cambria" pitchFamily="34" charset="-122"/>
                <a:cs typeface="Cambria" pitchFamily="34" charset="-120"/>
              </a:rPr>
              <a:t>2</a:t>
            </a:r>
            <a:endParaRPr lang="en-US" sz="1400" dirty="0"/>
          </a:p>
        </p:txBody>
      </p:sp>
      <p:sp>
        <p:nvSpPr>
          <p:cNvPr id="17" name="Shape 12"/>
          <p:cNvSpPr/>
          <p:nvPr/>
        </p:nvSpPr>
        <p:spPr>
          <a:xfrm>
            <a:off x="5076749" y="1691640"/>
            <a:ext cx="2035454" cy="4160520"/>
          </a:xfrm>
          <a:prstGeom prst="rect">
            <a:avLst/>
          </a:prstGeom>
          <a:solidFill>
            <a:srgbClr val="EEF3FC"/>
          </a:solidFill>
          <a:ln/>
        </p:spPr>
      </p:sp>
      <p:sp>
        <p:nvSpPr>
          <p:cNvPr id="18" name="Shape 13"/>
          <p:cNvSpPr/>
          <p:nvPr/>
        </p:nvSpPr>
        <p:spPr>
          <a:xfrm>
            <a:off x="5820156" y="1965960"/>
            <a:ext cx="548640" cy="548640"/>
          </a:xfrm>
          <a:prstGeom prst="ellipse">
            <a:avLst/>
          </a:prstGeom>
          <a:solidFill>
            <a:srgbClr val="1E2761"/>
          </a:solidFill>
          <a:ln/>
        </p:spPr>
      </p:sp>
      <p:pic>
        <p:nvPicPr>
          <p:cNvPr id="19" name="Image 3" descr="/home/claude/icons/type_white.png"/>
          <p:cNvPicPr>
            <a:picLocks noChangeAspect="1"/>
          </p:cNvPicPr>
          <p:nvPr/>
        </p:nvPicPr>
        <p:blipFill>
          <a:blip r:embed="rId6"/>
          <a:stretch>
            <a:fillRect/>
          </a:stretch>
        </p:blipFill>
        <p:spPr>
          <a:xfrm>
            <a:off x="5962802" y="2108606"/>
            <a:ext cx="263347" cy="263347"/>
          </a:xfrm>
          <a:prstGeom prst="rect">
            <a:avLst/>
          </a:prstGeom>
        </p:spPr>
      </p:pic>
      <p:sp>
        <p:nvSpPr>
          <p:cNvPr id="20" name="Text 14"/>
          <p:cNvSpPr/>
          <p:nvPr/>
        </p:nvSpPr>
        <p:spPr>
          <a:xfrm>
            <a:off x="5186477" y="2743200"/>
            <a:ext cx="1815998" cy="640080"/>
          </a:xfrm>
          <a:prstGeom prst="rect">
            <a:avLst/>
          </a:prstGeom>
          <a:noFill/>
          <a:ln/>
        </p:spPr>
        <p:txBody>
          <a:bodyPr wrap="square" rtlCol="0" anchor="t"/>
          <a:lstStyle/>
          <a:p>
            <a:pPr marL="0" indent="0" algn="ctr">
              <a:buNone/>
            </a:pPr>
            <a:r>
              <a:rPr lang="en-US" sz="1350" b="1" dirty="0">
                <a:solidFill>
                  <a:srgbClr val="1E2761"/>
                </a:solidFill>
                <a:latin typeface="Cambria" pitchFamily="34" charset="0"/>
                <a:ea typeface="Cambria" pitchFamily="34" charset="-122"/>
                <a:cs typeface="Cambria" pitchFamily="34" charset="-120"/>
              </a:rPr>
              <a:t>Lemmatization</a:t>
            </a:r>
            <a:endParaRPr lang="en-US" sz="1350" dirty="0"/>
          </a:p>
        </p:txBody>
      </p:sp>
      <p:sp>
        <p:nvSpPr>
          <p:cNvPr id="21" name="Text 15"/>
          <p:cNvSpPr/>
          <p:nvPr/>
        </p:nvSpPr>
        <p:spPr>
          <a:xfrm>
            <a:off x="5213909" y="3383280"/>
            <a:ext cx="1761134" cy="2286000"/>
          </a:xfrm>
          <a:prstGeom prst="rect">
            <a:avLst/>
          </a:prstGeom>
          <a:noFill/>
          <a:ln/>
        </p:spPr>
        <p:txBody>
          <a:bodyPr wrap="square" rtlCol="0" anchor="t"/>
          <a:lstStyle/>
          <a:p>
            <a:pPr marL="0" indent="0" algn="ctr">
              <a:buNone/>
            </a:pPr>
            <a:r>
              <a:rPr lang="en-US" sz="1100" dirty="0">
                <a:solidFill>
                  <a:srgbClr val="36454F"/>
                </a:solidFill>
                <a:latin typeface="Calibri" pitchFamily="34" charset="0"/>
                <a:ea typeface="Calibri" pitchFamily="34" charset="-122"/>
                <a:cs typeface="Calibri" pitchFamily="34" charset="-120"/>
              </a:rPr>
              <a:t>Reducing words to their base/dictionary form for consistent matching.</a:t>
            </a:r>
            <a:endParaRPr lang="en-US" sz="1100" dirty="0"/>
          </a:p>
        </p:txBody>
      </p:sp>
      <p:sp>
        <p:nvSpPr>
          <p:cNvPr id="22" name="Text 16"/>
          <p:cNvSpPr/>
          <p:nvPr/>
        </p:nvSpPr>
        <p:spPr>
          <a:xfrm>
            <a:off x="6655003" y="1783080"/>
            <a:ext cx="365760" cy="365760"/>
          </a:xfrm>
          <a:prstGeom prst="rect">
            <a:avLst/>
          </a:prstGeom>
          <a:noFill/>
          <a:ln/>
        </p:spPr>
        <p:txBody>
          <a:bodyPr wrap="square" rtlCol="0" anchor="ctr"/>
          <a:lstStyle/>
          <a:p>
            <a:pPr marL="0" indent="0" algn="ctr">
              <a:buNone/>
            </a:pPr>
            <a:r>
              <a:rPr lang="en-US" sz="1400" b="1" dirty="0">
                <a:solidFill>
                  <a:srgbClr val="8492A6"/>
                </a:solidFill>
                <a:latin typeface="Cambria" pitchFamily="34" charset="0"/>
                <a:ea typeface="Cambria" pitchFamily="34" charset="-122"/>
                <a:cs typeface="Cambria" pitchFamily="34" charset="-120"/>
              </a:rPr>
              <a:t>3</a:t>
            </a:r>
            <a:endParaRPr lang="en-US" sz="1400" dirty="0"/>
          </a:p>
        </p:txBody>
      </p:sp>
      <p:sp>
        <p:nvSpPr>
          <p:cNvPr id="23" name="Shape 17"/>
          <p:cNvSpPr/>
          <p:nvPr/>
        </p:nvSpPr>
        <p:spPr>
          <a:xfrm>
            <a:off x="7340803" y="1691640"/>
            <a:ext cx="2035454" cy="4160520"/>
          </a:xfrm>
          <a:prstGeom prst="rect">
            <a:avLst/>
          </a:prstGeom>
          <a:solidFill>
            <a:srgbClr val="EEF3FC"/>
          </a:solidFill>
          <a:ln/>
        </p:spPr>
      </p:sp>
      <p:sp>
        <p:nvSpPr>
          <p:cNvPr id="24" name="Shape 18"/>
          <p:cNvSpPr/>
          <p:nvPr/>
        </p:nvSpPr>
        <p:spPr>
          <a:xfrm>
            <a:off x="8084210" y="1965960"/>
            <a:ext cx="548640" cy="548640"/>
          </a:xfrm>
          <a:prstGeom prst="ellipse">
            <a:avLst/>
          </a:prstGeom>
          <a:solidFill>
            <a:srgbClr val="1E2761"/>
          </a:solidFill>
          <a:ln/>
        </p:spPr>
      </p:sp>
      <p:pic>
        <p:nvPicPr>
          <p:cNvPr id="25" name="Image 4" descr="/home/claude/icons/barchart_white.png"/>
          <p:cNvPicPr>
            <a:picLocks noChangeAspect="1"/>
          </p:cNvPicPr>
          <p:nvPr/>
        </p:nvPicPr>
        <p:blipFill>
          <a:blip r:embed="rId7"/>
          <a:stretch>
            <a:fillRect/>
          </a:stretch>
        </p:blipFill>
        <p:spPr>
          <a:xfrm>
            <a:off x="8226857" y="2108606"/>
            <a:ext cx="263347" cy="263347"/>
          </a:xfrm>
          <a:prstGeom prst="rect">
            <a:avLst/>
          </a:prstGeom>
        </p:spPr>
      </p:pic>
      <p:sp>
        <p:nvSpPr>
          <p:cNvPr id="26" name="Text 19"/>
          <p:cNvSpPr/>
          <p:nvPr/>
        </p:nvSpPr>
        <p:spPr>
          <a:xfrm>
            <a:off x="7450531" y="2743200"/>
            <a:ext cx="1815998" cy="640080"/>
          </a:xfrm>
          <a:prstGeom prst="rect">
            <a:avLst/>
          </a:prstGeom>
          <a:noFill/>
          <a:ln/>
        </p:spPr>
        <p:txBody>
          <a:bodyPr wrap="square" rtlCol="0" anchor="t"/>
          <a:lstStyle/>
          <a:p>
            <a:pPr marL="0" indent="0" algn="ctr">
              <a:buNone/>
            </a:pPr>
            <a:r>
              <a:rPr lang="en-US" sz="1350" b="1" dirty="0">
                <a:solidFill>
                  <a:srgbClr val="1E2761"/>
                </a:solidFill>
                <a:latin typeface="Cambria" pitchFamily="34" charset="0"/>
                <a:ea typeface="Cambria" pitchFamily="34" charset="-122"/>
                <a:cs typeface="Cambria" pitchFamily="34" charset="-120"/>
              </a:rPr>
              <a:t>TF-IDF</a:t>
            </a:r>
            <a:endParaRPr lang="en-US" sz="1350" dirty="0"/>
          </a:p>
        </p:txBody>
      </p:sp>
      <p:sp>
        <p:nvSpPr>
          <p:cNvPr id="27" name="Text 20"/>
          <p:cNvSpPr/>
          <p:nvPr/>
        </p:nvSpPr>
        <p:spPr>
          <a:xfrm>
            <a:off x="7477963" y="3383280"/>
            <a:ext cx="1761134" cy="2286000"/>
          </a:xfrm>
          <a:prstGeom prst="rect">
            <a:avLst/>
          </a:prstGeom>
          <a:noFill/>
          <a:ln/>
        </p:spPr>
        <p:txBody>
          <a:bodyPr wrap="square" rtlCol="0" anchor="t"/>
          <a:lstStyle/>
          <a:p>
            <a:pPr marL="0" indent="0" algn="ctr">
              <a:buNone/>
            </a:pPr>
            <a:r>
              <a:rPr lang="en-US" sz="1100" dirty="0">
                <a:solidFill>
                  <a:srgbClr val="36454F"/>
                </a:solidFill>
                <a:latin typeface="Calibri" pitchFamily="34" charset="0"/>
                <a:ea typeface="Calibri" pitchFamily="34" charset="-122"/>
                <a:cs typeface="Calibri" pitchFamily="34" charset="-120"/>
              </a:rPr>
              <a:t>Weighting words by importance across the corpus of job postings.</a:t>
            </a:r>
            <a:endParaRPr lang="en-US" sz="1100" dirty="0"/>
          </a:p>
        </p:txBody>
      </p:sp>
      <p:sp>
        <p:nvSpPr>
          <p:cNvPr id="28" name="Text 21"/>
          <p:cNvSpPr/>
          <p:nvPr/>
        </p:nvSpPr>
        <p:spPr>
          <a:xfrm>
            <a:off x="8919058" y="1783080"/>
            <a:ext cx="365760" cy="365760"/>
          </a:xfrm>
          <a:prstGeom prst="rect">
            <a:avLst/>
          </a:prstGeom>
          <a:noFill/>
          <a:ln/>
        </p:spPr>
        <p:txBody>
          <a:bodyPr wrap="square" rtlCol="0" anchor="ctr"/>
          <a:lstStyle/>
          <a:p>
            <a:pPr marL="0" indent="0" algn="ctr">
              <a:buNone/>
            </a:pPr>
            <a:r>
              <a:rPr lang="en-US" sz="1400" b="1" dirty="0">
                <a:solidFill>
                  <a:srgbClr val="8492A6"/>
                </a:solidFill>
                <a:latin typeface="Cambria" pitchFamily="34" charset="0"/>
                <a:ea typeface="Cambria" pitchFamily="34" charset="-122"/>
                <a:cs typeface="Cambria" pitchFamily="34" charset="-120"/>
              </a:rPr>
              <a:t>4</a:t>
            </a:r>
            <a:endParaRPr lang="en-US" sz="1400" dirty="0"/>
          </a:p>
        </p:txBody>
      </p:sp>
      <p:sp>
        <p:nvSpPr>
          <p:cNvPr id="29" name="Shape 22"/>
          <p:cNvSpPr/>
          <p:nvPr/>
        </p:nvSpPr>
        <p:spPr>
          <a:xfrm>
            <a:off x="9604858" y="1691640"/>
            <a:ext cx="2035454" cy="4160520"/>
          </a:xfrm>
          <a:prstGeom prst="rect">
            <a:avLst/>
          </a:prstGeom>
          <a:solidFill>
            <a:srgbClr val="EEF3FC"/>
          </a:solidFill>
          <a:ln/>
        </p:spPr>
      </p:sp>
      <p:sp>
        <p:nvSpPr>
          <p:cNvPr id="30" name="Shape 23"/>
          <p:cNvSpPr/>
          <p:nvPr/>
        </p:nvSpPr>
        <p:spPr>
          <a:xfrm>
            <a:off x="10348265" y="1965960"/>
            <a:ext cx="548640" cy="548640"/>
          </a:xfrm>
          <a:prstGeom prst="ellipse">
            <a:avLst/>
          </a:prstGeom>
          <a:solidFill>
            <a:srgbClr val="1E2761"/>
          </a:solidFill>
          <a:ln/>
        </p:spPr>
      </p:sp>
      <p:pic>
        <p:nvPicPr>
          <p:cNvPr id="31" name="Image 5" descr="/home/claude/icons/cpu_white.png"/>
          <p:cNvPicPr>
            <a:picLocks noChangeAspect="1"/>
          </p:cNvPicPr>
          <p:nvPr/>
        </p:nvPicPr>
        <p:blipFill>
          <a:blip r:embed="rId8"/>
          <a:stretch>
            <a:fillRect/>
          </a:stretch>
        </p:blipFill>
        <p:spPr>
          <a:xfrm>
            <a:off x="10490911" y="2108606"/>
            <a:ext cx="263347" cy="263347"/>
          </a:xfrm>
          <a:prstGeom prst="rect">
            <a:avLst/>
          </a:prstGeom>
        </p:spPr>
      </p:pic>
      <p:sp>
        <p:nvSpPr>
          <p:cNvPr id="32" name="Text 24"/>
          <p:cNvSpPr/>
          <p:nvPr/>
        </p:nvSpPr>
        <p:spPr>
          <a:xfrm>
            <a:off x="9714586" y="2743200"/>
            <a:ext cx="1815998" cy="640080"/>
          </a:xfrm>
          <a:prstGeom prst="rect">
            <a:avLst/>
          </a:prstGeom>
          <a:noFill/>
          <a:ln/>
        </p:spPr>
        <p:txBody>
          <a:bodyPr wrap="square" rtlCol="0" anchor="t"/>
          <a:lstStyle/>
          <a:p>
            <a:pPr marL="0" indent="0" algn="ctr">
              <a:buNone/>
            </a:pPr>
            <a:r>
              <a:rPr lang="en-US" sz="1350" b="1" dirty="0">
                <a:solidFill>
                  <a:srgbClr val="1E2761"/>
                </a:solidFill>
                <a:latin typeface="Cambria" pitchFamily="34" charset="0"/>
                <a:ea typeface="Cambria" pitchFamily="34" charset="-122"/>
                <a:cs typeface="Cambria" pitchFamily="34" charset="-120"/>
              </a:rPr>
              <a:t>Feature Extraction</a:t>
            </a:r>
            <a:endParaRPr lang="en-US" sz="1350" dirty="0"/>
          </a:p>
        </p:txBody>
      </p:sp>
      <p:sp>
        <p:nvSpPr>
          <p:cNvPr id="33" name="Text 25"/>
          <p:cNvSpPr/>
          <p:nvPr/>
        </p:nvSpPr>
        <p:spPr>
          <a:xfrm>
            <a:off x="9742018" y="3383280"/>
            <a:ext cx="1761134" cy="2286000"/>
          </a:xfrm>
          <a:prstGeom prst="rect">
            <a:avLst/>
          </a:prstGeom>
          <a:noFill/>
          <a:ln/>
        </p:spPr>
        <p:txBody>
          <a:bodyPr wrap="square" rtlCol="0" anchor="t"/>
          <a:lstStyle/>
          <a:p>
            <a:pPr marL="0" indent="0" algn="ctr">
              <a:buNone/>
            </a:pPr>
            <a:r>
              <a:rPr lang="en-US" sz="1100" dirty="0">
                <a:solidFill>
                  <a:srgbClr val="36454F"/>
                </a:solidFill>
                <a:latin typeface="Calibri" pitchFamily="34" charset="0"/>
                <a:ea typeface="Calibri" pitchFamily="34" charset="-122"/>
                <a:cs typeface="Calibri" pitchFamily="34" charset="-120"/>
              </a:rPr>
              <a:t>Converting cleaned text into numeric vectors the model can learn from.</a:t>
            </a:r>
            <a:endParaRPr lang="en-US" sz="1100" dirty="0"/>
          </a:p>
        </p:txBody>
      </p:sp>
      <p:sp>
        <p:nvSpPr>
          <p:cNvPr id="34" name="Text 26"/>
          <p:cNvSpPr/>
          <p:nvPr/>
        </p:nvSpPr>
        <p:spPr>
          <a:xfrm>
            <a:off x="11183112" y="1783080"/>
            <a:ext cx="365760" cy="365760"/>
          </a:xfrm>
          <a:prstGeom prst="rect">
            <a:avLst/>
          </a:prstGeom>
          <a:noFill/>
          <a:ln/>
        </p:spPr>
        <p:txBody>
          <a:bodyPr wrap="square" rtlCol="0" anchor="ctr"/>
          <a:lstStyle/>
          <a:p>
            <a:pPr marL="0" indent="0" algn="ctr">
              <a:buNone/>
            </a:pPr>
            <a:r>
              <a:rPr lang="en-US" sz="1400" b="1" dirty="0">
                <a:solidFill>
                  <a:srgbClr val="8492A6"/>
                </a:solidFill>
                <a:latin typeface="Cambria" pitchFamily="34" charset="0"/>
                <a:ea typeface="Cambria" pitchFamily="34" charset="-122"/>
                <a:cs typeface="Cambria" pitchFamily="34" charset="-120"/>
              </a:rPr>
              <a:t>5</a:t>
            </a:r>
            <a:endParaRPr lang="en-US" sz="1400" dirty="0"/>
          </a:p>
        </p:txBody>
      </p:sp>
      <p:sp>
        <p:nvSpPr>
          <p:cNvPr id="35" name="Text 27"/>
          <p:cNvSpPr/>
          <p:nvPr/>
        </p:nvSpPr>
        <p:spPr>
          <a:xfrm>
            <a:off x="457200" y="6519672"/>
            <a:ext cx="7315200" cy="274320"/>
          </a:xfrm>
          <a:prstGeom prst="rect">
            <a:avLst/>
          </a:prstGeom>
          <a:noFill/>
          <a:ln/>
        </p:spPr>
        <p:txBody>
          <a:bodyPr wrap="square" rtlCol="0" anchor="ctr"/>
          <a:lstStyle/>
          <a:p>
            <a:pPr marL="0" indent="0" algn="l">
              <a:buNone/>
            </a:pPr>
            <a:r>
              <a:rPr lang="en-US" sz="900" dirty="0">
                <a:solidFill>
                  <a:srgbClr val="8492A6"/>
                </a:solidFill>
                <a:latin typeface="Calibri" pitchFamily="34" charset="0"/>
                <a:ea typeface="Calibri" pitchFamily="34" charset="-122"/>
                <a:cs typeface="Calibri" pitchFamily="34" charset="-120"/>
              </a:rPr>
              <a:t>Fake Job Posting Detection Using Machine Learning</a:t>
            </a:r>
            <a:endParaRPr lang="en-US" sz="900" dirty="0"/>
          </a:p>
        </p:txBody>
      </p:sp>
      <p:sp>
        <p:nvSpPr>
          <p:cNvPr id="36" name="Text 28"/>
          <p:cNvSpPr/>
          <p:nvPr/>
        </p:nvSpPr>
        <p:spPr>
          <a:xfrm>
            <a:off x="11274552" y="6519672"/>
            <a:ext cx="457200" cy="274320"/>
          </a:xfrm>
          <a:prstGeom prst="rect">
            <a:avLst/>
          </a:prstGeom>
          <a:noFill/>
          <a:ln/>
        </p:spPr>
        <p:txBody>
          <a:bodyPr wrap="square" rtlCol="0" anchor="ctr"/>
          <a:lstStyle/>
          <a:p>
            <a:pPr marL="0" indent="0" algn="r">
              <a:buNone/>
            </a:pPr>
            <a:r>
              <a:rPr lang="en-US" sz="900" dirty="0">
                <a:solidFill>
                  <a:srgbClr val="8492A6"/>
                </a:solidFill>
                <a:latin typeface="Calibri" pitchFamily="34" charset="0"/>
                <a:ea typeface="Calibri" pitchFamily="34" charset="-122"/>
                <a:cs typeface="Calibri" pitchFamily="34" charset="-120"/>
              </a:rPr>
              <a:t>6</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a:extLst>
            <a:ext uri="{FF2B5EF4-FFF2-40B4-BE49-F238E27FC236}">
              <a16:creationId xmlns:a16="http://schemas.microsoft.com/office/drawing/2014/main" id="{DA028949-FB22-C430-65E8-1A4302A99FAF}"/>
            </a:ext>
          </a:extLst>
        </p:cNvPr>
        <p:cNvGrpSpPr/>
        <p:nvPr/>
      </p:nvGrpSpPr>
      <p:grpSpPr>
        <a:xfrm>
          <a:off x="0" y="0"/>
          <a:ext cx="0" cy="0"/>
          <a:chOff x="0" y="0"/>
          <a:chExt cx="0" cy="0"/>
        </a:xfrm>
      </p:grpSpPr>
      <p:sp>
        <p:nvSpPr>
          <p:cNvPr id="2" name="Shape 0">
            <a:extLst>
              <a:ext uri="{FF2B5EF4-FFF2-40B4-BE49-F238E27FC236}">
                <a16:creationId xmlns:a16="http://schemas.microsoft.com/office/drawing/2014/main" id="{F73FF628-4DFB-C8AC-C4F3-41B16AA8BF99}"/>
              </a:ext>
            </a:extLst>
          </p:cNvPr>
          <p:cNvSpPr/>
          <p:nvPr/>
        </p:nvSpPr>
        <p:spPr>
          <a:xfrm>
            <a:off x="548640" y="457200"/>
            <a:ext cx="502920" cy="502920"/>
          </a:xfrm>
          <a:prstGeom prst="ellipse">
            <a:avLst/>
          </a:prstGeom>
          <a:solidFill>
            <a:srgbClr val="1E2761"/>
          </a:solidFill>
          <a:ln/>
        </p:spPr>
      </p:sp>
      <p:pic>
        <p:nvPicPr>
          <p:cNvPr id="3" name="Image 0" descr="/home/claude/icons/cpu_white.png">
            <a:extLst>
              <a:ext uri="{FF2B5EF4-FFF2-40B4-BE49-F238E27FC236}">
                <a16:creationId xmlns:a16="http://schemas.microsoft.com/office/drawing/2014/main" id="{AFD77332-70E3-3408-ED25-7C056CCB7884}"/>
              </a:ext>
            </a:extLst>
          </p:cNvPr>
          <p:cNvPicPr>
            <a:picLocks noChangeAspect="1"/>
          </p:cNvPicPr>
          <p:nvPr/>
        </p:nvPicPr>
        <p:blipFill>
          <a:blip r:embed="rId3"/>
          <a:stretch>
            <a:fillRect/>
          </a:stretch>
        </p:blipFill>
        <p:spPr>
          <a:xfrm>
            <a:off x="679399" y="587959"/>
            <a:ext cx="241402" cy="241402"/>
          </a:xfrm>
          <a:prstGeom prst="rect">
            <a:avLst/>
          </a:prstGeom>
        </p:spPr>
      </p:pic>
      <p:sp>
        <p:nvSpPr>
          <p:cNvPr id="4" name="Text 1">
            <a:extLst>
              <a:ext uri="{FF2B5EF4-FFF2-40B4-BE49-F238E27FC236}">
                <a16:creationId xmlns:a16="http://schemas.microsoft.com/office/drawing/2014/main" id="{A2DE74E8-5C31-DC41-DC87-2200CAA3B91F}"/>
              </a:ext>
            </a:extLst>
          </p:cNvPr>
          <p:cNvSpPr/>
          <p:nvPr/>
        </p:nvSpPr>
        <p:spPr>
          <a:xfrm>
            <a:off x="1234440" y="402336"/>
            <a:ext cx="8229600" cy="612648"/>
          </a:xfrm>
          <a:prstGeom prst="rect">
            <a:avLst/>
          </a:prstGeom>
          <a:noFill/>
          <a:ln/>
        </p:spPr>
        <p:txBody>
          <a:bodyPr wrap="square" rtlCol="0" anchor="ctr"/>
          <a:lstStyle/>
          <a:p>
            <a:pPr marL="0" indent="0">
              <a:buNone/>
            </a:pPr>
            <a:r>
              <a:rPr lang="en-US" sz="2400" b="1" dirty="0">
                <a:solidFill>
                  <a:srgbClr val="1E2761"/>
                </a:solidFill>
                <a:latin typeface="Cambria" pitchFamily="34" charset="0"/>
                <a:ea typeface="Cambria" pitchFamily="34" charset="-122"/>
                <a:cs typeface="Cambria" pitchFamily="34" charset="-120"/>
              </a:rPr>
              <a:t>Machine Learning Models</a:t>
            </a:r>
            <a:endParaRPr lang="en-US" sz="2400" dirty="0"/>
          </a:p>
        </p:txBody>
      </p:sp>
      <p:sp>
        <p:nvSpPr>
          <p:cNvPr id="15" name="Shape 10">
            <a:extLst>
              <a:ext uri="{FF2B5EF4-FFF2-40B4-BE49-F238E27FC236}">
                <a16:creationId xmlns:a16="http://schemas.microsoft.com/office/drawing/2014/main" id="{F9942EA2-B1B4-6554-8A6B-0BD5A0117786}"/>
              </a:ext>
            </a:extLst>
          </p:cNvPr>
          <p:cNvSpPr/>
          <p:nvPr/>
        </p:nvSpPr>
        <p:spPr>
          <a:xfrm>
            <a:off x="9066871" y="1600200"/>
            <a:ext cx="3024239" cy="2834640"/>
          </a:xfrm>
          <a:prstGeom prst="rect">
            <a:avLst/>
          </a:prstGeom>
          <a:solidFill>
            <a:srgbClr val="1E2761"/>
          </a:solidFill>
          <a:ln/>
        </p:spPr>
        <p:txBody>
          <a:bodyPr/>
          <a:lstStyle/>
          <a:p>
            <a:endParaRPr lang="en-US" dirty="0"/>
          </a:p>
        </p:txBody>
      </p:sp>
      <p:sp>
        <p:nvSpPr>
          <p:cNvPr id="16" name="Shape 11">
            <a:extLst>
              <a:ext uri="{FF2B5EF4-FFF2-40B4-BE49-F238E27FC236}">
                <a16:creationId xmlns:a16="http://schemas.microsoft.com/office/drawing/2014/main" id="{D6D20766-BCB0-8400-9D3A-96B9B450E7D3}"/>
              </a:ext>
            </a:extLst>
          </p:cNvPr>
          <p:cNvSpPr/>
          <p:nvPr/>
        </p:nvSpPr>
        <p:spPr>
          <a:xfrm>
            <a:off x="9276587" y="1739096"/>
            <a:ext cx="502920" cy="502920"/>
          </a:xfrm>
          <a:prstGeom prst="ellipse">
            <a:avLst/>
          </a:prstGeom>
          <a:solidFill>
            <a:srgbClr val="CADCFC"/>
          </a:solidFill>
          <a:ln/>
        </p:spPr>
      </p:sp>
      <p:pic>
        <p:nvPicPr>
          <p:cNvPr id="17" name="Image 3" descr="/home/claude/icons/cpu_navy.png">
            <a:extLst>
              <a:ext uri="{FF2B5EF4-FFF2-40B4-BE49-F238E27FC236}">
                <a16:creationId xmlns:a16="http://schemas.microsoft.com/office/drawing/2014/main" id="{5A723D27-312D-5559-E37D-A42BB30A4414}"/>
              </a:ext>
            </a:extLst>
          </p:cNvPr>
          <p:cNvPicPr>
            <a:picLocks noChangeAspect="1"/>
          </p:cNvPicPr>
          <p:nvPr/>
        </p:nvPicPr>
        <p:blipFill>
          <a:blip r:embed="rId4"/>
          <a:stretch>
            <a:fillRect/>
          </a:stretch>
        </p:blipFill>
        <p:spPr>
          <a:xfrm>
            <a:off x="9407346" y="1865376"/>
            <a:ext cx="241402" cy="241402"/>
          </a:xfrm>
          <a:prstGeom prst="rect">
            <a:avLst/>
          </a:prstGeom>
        </p:spPr>
      </p:pic>
      <p:sp>
        <p:nvSpPr>
          <p:cNvPr id="18" name="Text 12">
            <a:extLst>
              <a:ext uri="{FF2B5EF4-FFF2-40B4-BE49-F238E27FC236}">
                <a16:creationId xmlns:a16="http://schemas.microsoft.com/office/drawing/2014/main" id="{003E0679-6713-19B9-4B09-2AF0AE5E3A13}"/>
              </a:ext>
            </a:extLst>
          </p:cNvPr>
          <p:cNvSpPr/>
          <p:nvPr/>
        </p:nvSpPr>
        <p:spPr>
          <a:xfrm>
            <a:off x="9276587" y="2261013"/>
            <a:ext cx="2935224" cy="594360"/>
          </a:xfrm>
          <a:prstGeom prst="rect">
            <a:avLst/>
          </a:prstGeom>
          <a:noFill/>
          <a:ln/>
        </p:spPr>
        <p:txBody>
          <a:bodyPr wrap="square" rtlCol="0" anchor="ctr"/>
          <a:lstStyle/>
          <a:p>
            <a:pPr marL="0" indent="0">
              <a:buNone/>
            </a:pPr>
            <a:r>
              <a:rPr lang="en-US" sz="1700" b="1" dirty="0">
                <a:solidFill>
                  <a:srgbClr val="FFFFFF"/>
                </a:solidFill>
                <a:latin typeface="Cambria" pitchFamily="34" charset="0"/>
                <a:ea typeface="Cambria" pitchFamily="34" charset="-122"/>
                <a:cs typeface="Cambria" pitchFamily="34" charset="-120"/>
              </a:rPr>
              <a:t>Linear SVM</a:t>
            </a:r>
            <a:endParaRPr lang="en-US" sz="1700" dirty="0"/>
          </a:p>
        </p:txBody>
      </p:sp>
      <p:sp>
        <p:nvSpPr>
          <p:cNvPr id="19" name="Text 13">
            <a:extLst>
              <a:ext uri="{FF2B5EF4-FFF2-40B4-BE49-F238E27FC236}">
                <a16:creationId xmlns:a16="http://schemas.microsoft.com/office/drawing/2014/main" id="{D66FDBA0-A296-DAF4-833D-630CFB1F4181}"/>
              </a:ext>
            </a:extLst>
          </p:cNvPr>
          <p:cNvSpPr/>
          <p:nvPr/>
        </p:nvSpPr>
        <p:spPr>
          <a:xfrm>
            <a:off x="9276587" y="2469626"/>
            <a:ext cx="2935224" cy="1188720"/>
          </a:xfrm>
          <a:prstGeom prst="rect">
            <a:avLst/>
          </a:prstGeom>
          <a:noFill/>
          <a:ln/>
        </p:spPr>
        <p:txBody>
          <a:bodyPr wrap="square" rtlCol="0" anchor="ctr"/>
          <a:lstStyle/>
          <a:p>
            <a:pPr marL="0" indent="0">
              <a:buNone/>
            </a:pPr>
            <a:r>
              <a:rPr lang="en-US" sz="1250" dirty="0">
                <a:solidFill>
                  <a:srgbClr val="CADCFC"/>
                </a:solidFill>
                <a:latin typeface="Calibri" pitchFamily="34" charset="0"/>
                <a:ea typeface="Calibri" pitchFamily="34" charset="-122"/>
                <a:cs typeface="Calibri" pitchFamily="34" charset="-120"/>
              </a:rPr>
              <a:t>Finds the optimal margin between genuine and fraudulent postings.</a:t>
            </a:r>
            <a:endParaRPr lang="en-US" sz="1250" dirty="0"/>
          </a:p>
        </p:txBody>
      </p:sp>
      <p:sp>
        <p:nvSpPr>
          <p:cNvPr id="20" name="Shape 14">
            <a:extLst>
              <a:ext uri="{FF2B5EF4-FFF2-40B4-BE49-F238E27FC236}">
                <a16:creationId xmlns:a16="http://schemas.microsoft.com/office/drawing/2014/main" id="{6F563FF6-572E-2A7B-3B87-95EDB0C6F23B}"/>
              </a:ext>
            </a:extLst>
          </p:cNvPr>
          <p:cNvSpPr/>
          <p:nvPr/>
        </p:nvSpPr>
        <p:spPr>
          <a:xfrm>
            <a:off x="9540240" y="3714909"/>
            <a:ext cx="1828800" cy="365760"/>
          </a:xfrm>
          <a:prstGeom prst="roundRect">
            <a:avLst>
              <a:gd name="adj" fmla="val 50000"/>
            </a:avLst>
          </a:prstGeom>
          <a:solidFill>
            <a:srgbClr val="B0342A"/>
          </a:solidFill>
          <a:ln/>
        </p:spPr>
      </p:sp>
      <p:sp>
        <p:nvSpPr>
          <p:cNvPr id="21" name="Text 15">
            <a:extLst>
              <a:ext uri="{FF2B5EF4-FFF2-40B4-BE49-F238E27FC236}">
                <a16:creationId xmlns:a16="http://schemas.microsoft.com/office/drawing/2014/main" id="{09CDD997-7C86-7912-6BF5-02BC08EAF2BA}"/>
              </a:ext>
            </a:extLst>
          </p:cNvPr>
          <p:cNvSpPr/>
          <p:nvPr/>
        </p:nvSpPr>
        <p:spPr>
          <a:xfrm>
            <a:off x="9466839" y="3706866"/>
            <a:ext cx="1828800" cy="365760"/>
          </a:xfrm>
          <a:prstGeom prst="rect">
            <a:avLst/>
          </a:prstGeom>
          <a:noFill/>
          <a:ln/>
        </p:spPr>
        <p:txBody>
          <a:bodyPr wrap="square"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SELECTED MODEL</a:t>
            </a:r>
            <a:endParaRPr lang="en-US" sz="1000" dirty="0"/>
          </a:p>
        </p:txBody>
      </p:sp>
      <p:sp>
        <p:nvSpPr>
          <p:cNvPr id="22" name="Shape 16">
            <a:extLst>
              <a:ext uri="{FF2B5EF4-FFF2-40B4-BE49-F238E27FC236}">
                <a16:creationId xmlns:a16="http://schemas.microsoft.com/office/drawing/2014/main" id="{D0491D21-D58C-376D-3957-7BB813EBE5F0}"/>
              </a:ext>
            </a:extLst>
          </p:cNvPr>
          <p:cNvSpPr/>
          <p:nvPr/>
        </p:nvSpPr>
        <p:spPr>
          <a:xfrm>
            <a:off x="548640" y="4709160"/>
            <a:ext cx="11091672" cy="914400"/>
          </a:xfrm>
          <a:prstGeom prst="rect">
            <a:avLst/>
          </a:prstGeom>
          <a:solidFill>
            <a:srgbClr val="F6E4E2"/>
          </a:solidFill>
          <a:ln/>
        </p:spPr>
      </p:sp>
      <p:sp>
        <p:nvSpPr>
          <p:cNvPr id="23" name="Shape 17">
            <a:extLst>
              <a:ext uri="{FF2B5EF4-FFF2-40B4-BE49-F238E27FC236}">
                <a16:creationId xmlns:a16="http://schemas.microsoft.com/office/drawing/2014/main" id="{1A1337F5-7EFF-22AA-D5E7-EDFCDDFEF09F}"/>
              </a:ext>
            </a:extLst>
          </p:cNvPr>
          <p:cNvSpPr/>
          <p:nvPr/>
        </p:nvSpPr>
        <p:spPr>
          <a:xfrm>
            <a:off x="822960" y="4892040"/>
            <a:ext cx="502920" cy="502920"/>
          </a:xfrm>
          <a:prstGeom prst="ellipse">
            <a:avLst/>
          </a:prstGeom>
          <a:solidFill>
            <a:srgbClr val="B0342A"/>
          </a:solidFill>
          <a:ln/>
        </p:spPr>
      </p:sp>
      <p:pic>
        <p:nvPicPr>
          <p:cNvPr id="24" name="Image 4" descr="/home/claude/icons/checkcircle_white.png">
            <a:extLst>
              <a:ext uri="{FF2B5EF4-FFF2-40B4-BE49-F238E27FC236}">
                <a16:creationId xmlns:a16="http://schemas.microsoft.com/office/drawing/2014/main" id="{70573727-DF45-85EC-0E98-4E8B0CF27742}"/>
              </a:ext>
            </a:extLst>
          </p:cNvPr>
          <p:cNvPicPr>
            <a:picLocks noChangeAspect="1"/>
          </p:cNvPicPr>
          <p:nvPr/>
        </p:nvPicPr>
        <p:blipFill>
          <a:blip r:embed="rId5"/>
          <a:stretch>
            <a:fillRect/>
          </a:stretch>
        </p:blipFill>
        <p:spPr>
          <a:xfrm>
            <a:off x="953719" y="5022799"/>
            <a:ext cx="241402" cy="241402"/>
          </a:xfrm>
          <a:prstGeom prst="rect">
            <a:avLst/>
          </a:prstGeom>
        </p:spPr>
      </p:pic>
      <p:sp>
        <p:nvSpPr>
          <p:cNvPr id="25" name="Text 18">
            <a:extLst>
              <a:ext uri="{FF2B5EF4-FFF2-40B4-BE49-F238E27FC236}">
                <a16:creationId xmlns:a16="http://schemas.microsoft.com/office/drawing/2014/main" id="{5606D06D-B5B3-97E1-76AA-E4DF0A50E3DC}"/>
              </a:ext>
            </a:extLst>
          </p:cNvPr>
          <p:cNvSpPr/>
          <p:nvPr/>
        </p:nvSpPr>
        <p:spPr>
          <a:xfrm>
            <a:off x="1508760" y="4709160"/>
            <a:ext cx="9994392" cy="914400"/>
          </a:xfrm>
          <a:prstGeom prst="rect">
            <a:avLst/>
          </a:prstGeom>
          <a:noFill/>
          <a:ln/>
        </p:spPr>
        <p:txBody>
          <a:bodyPr wrap="square" rtlCol="0" anchor="ctr"/>
          <a:lstStyle/>
          <a:p>
            <a:pPr marL="0" indent="0">
              <a:buNone/>
            </a:pPr>
            <a:r>
              <a:rPr lang="en-US" sz="1350" b="1" dirty="0">
                <a:solidFill>
                  <a:srgbClr val="36454F"/>
                </a:solidFill>
                <a:latin typeface="Calibri" pitchFamily="34" charset="0"/>
                <a:ea typeface="Calibri" pitchFamily="34" charset="-122"/>
                <a:cs typeface="Calibri" pitchFamily="34" charset="-120"/>
              </a:rPr>
              <a:t>Linear SVM was selected as the final deployed model — it delivered the strongest overall balance of accuracy and generalization on the held-out test data.</a:t>
            </a:r>
            <a:endParaRPr lang="en-US" sz="1350" dirty="0"/>
          </a:p>
        </p:txBody>
      </p:sp>
      <p:sp>
        <p:nvSpPr>
          <p:cNvPr id="26" name="Text 19">
            <a:extLst>
              <a:ext uri="{FF2B5EF4-FFF2-40B4-BE49-F238E27FC236}">
                <a16:creationId xmlns:a16="http://schemas.microsoft.com/office/drawing/2014/main" id="{CEAAD720-3956-5B3A-A996-7F8179D3D2E3}"/>
              </a:ext>
            </a:extLst>
          </p:cNvPr>
          <p:cNvSpPr/>
          <p:nvPr/>
        </p:nvSpPr>
        <p:spPr>
          <a:xfrm>
            <a:off x="457200" y="6519672"/>
            <a:ext cx="7315200" cy="274320"/>
          </a:xfrm>
          <a:prstGeom prst="rect">
            <a:avLst/>
          </a:prstGeom>
          <a:noFill/>
          <a:ln/>
        </p:spPr>
        <p:txBody>
          <a:bodyPr wrap="square" rtlCol="0" anchor="ctr"/>
          <a:lstStyle/>
          <a:p>
            <a:pPr marL="0" indent="0" algn="l">
              <a:buNone/>
            </a:pPr>
            <a:r>
              <a:rPr lang="en-US" sz="900" dirty="0">
                <a:solidFill>
                  <a:srgbClr val="8492A6"/>
                </a:solidFill>
                <a:latin typeface="Calibri" pitchFamily="34" charset="0"/>
                <a:ea typeface="Calibri" pitchFamily="34" charset="-122"/>
                <a:cs typeface="Calibri" pitchFamily="34" charset="-120"/>
              </a:rPr>
              <a:t>Fake Job Posting Detection Using Machine Learning</a:t>
            </a:r>
            <a:endParaRPr lang="en-US" sz="900" dirty="0"/>
          </a:p>
        </p:txBody>
      </p:sp>
      <p:sp>
        <p:nvSpPr>
          <p:cNvPr id="27" name="Text 20">
            <a:extLst>
              <a:ext uri="{FF2B5EF4-FFF2-40B4-BE49-F238E27FC236}">
                <a16:creationId xmlns:a16="http://schemas.microsoft.com/office/drawing/2014/main" id="{F6F6F7EA-9B5F-029A-9B56-36DEF6E15332}"/>
              </a:ext>
            </a:extLst>
          </p:cNvPr>
          <p:cNvSpPr/>
          <p:nvPr/>
        </p:nvSpPr>
        <p:spPr>
          <a:xfrm>
            <a:off x="11274552" y="6519672"/>
            <a:ext cx="457200" cy="274320"/>
          </a:xfrm>
          <a:prstGeom prst="rect">
            <a:avLst/>
          </a:prstGeom>
          <a:noFill/>
          <a:ln/>
        </p:spPr>
        <p:txBody>
          <a:bodyPr wrap="square" rtlCol="0" anchor="ctr"/>
          <a:lstStyle/>
          <a:p>
            <a:pPr marL="0" indent="0" algn="r">
              <a:buNone/>
            </a:pPr>
            <a:r>
              <a:rPr lang="en-US" sz="900" dirty="0">
                <a:solidFill>
                  <a:srgbClr val="8492A6"/>
                </a:solidFill>
                <a:latin typeface="Calibri" pitchFamily="34" charset="0"/>
                <a:ea typeface="Calibri" pitchFamily="34" charset="-122"/>
                <a:cs typeface="Calibri" pitchFamily="34" charset="-120"/>
              </a:rPr>
              <a:t>7</a:t>
            </a:r>
            <a:endParaRPr lang="en-US" sz="900" dirty="0"/>
          </a:p>
        </p:txBody>
      </p:sp>
      <p:sp>
        <p:nvSpPr>
          <p:cNvPr id="29" name="Shape 2">
            <a:extLst>
              <a:ext uri="{FF2B5EF4-FFF2-40B4-BE49-F238E27FC236}">
                <a16:creationId xmlns:a16="http://schemas.microsoft.com/office/drawing/2014/main" id="{4AAE9621-6EAE-E342-6A11-1140A7B9D567}"/>
              </a:ext>
            </a:extLst>
          </p:cNvPr>
          <p:cNvSpPr/>
          <p:nvPr/>
        </p:nvSpPr>
        <p:spPr>
          <a:xfrm>
            <a:off x="6084907" y="1594080"/>
            <a:ext cx="2913703" cy="2834640"/>
          </a:xfrm>
          <a:prstGeom prst="rect">
            <a:avLst/>
          </a:prstGeom>
          <a:solidFill>
            <a:srgbClr val="EEF3FC"/>
          </a:solidFill>
          <a:ln/>
        </p:spPr>
        <p:txBody>
          <a:bodyPr/>
          <a:lstStyle/>
          <a:p>
            <a:endParaRPr lang="en-US" dirty="0"/>
          </a:p>
        </p:txBody>
      </p:sp>
      <p:sp>
        <p:nvSpPr>
          <p:cNvPr id="31" name="Shape 2">
            <a:extLst>
              <a:ext uri="{FF2B5EF4-FFF2-40B4-BE49-F238E27FC236}">
                <a16:creationId xmlns:a16="http://schemas.microsoft.com/office/drawing/2014/main" id="{8DBDBAFB-A66A-00C6-F41B-9E24F0A88F6F}"/>
              </a:ext>
            </a:extLst>
          </p:cNvPr>
          <p:cNvSpPr/>
          <p:nvPr/>
        </p:nvSpPr>
        <p:spPr>
          <a:xfrm>
            <a:off x="3047124" y="1600200"/>
            <a:ext cx="2937253" cy="2834640"/>
          </a:xfrm>
          <a:prstGeom prst="rect">
            <a:avLst/>
          </a:prstGeom>
          <a:solidFill>
            <a:srgbClr val="EEF3FC"/>
          </a:solidFill>
          <a:ln/>
        </p:spPr>
        <p:txBody>
          <a:bodyPr/>
          <a:lstStyle/>
          <a:p>
            <a:endParaRPr lang="en-US" dirty="0"/>
          </a:p>
        </p:txBody>
      </p:sp>
      <p:sp>
        <p:nvSpPr>
          <p:cNvPr id="6" name="Shape 3">
            <a:extLst>
              <a:ext uri="{FF2B5EF4-FFF2-40B4-BE49-F238E27FC236}">
                <a16:creationId xmlns:a16="http://schemas.microsoft.com/office/drawing/2014/main" id="{09F808B3-3306-40C9-2FBE-B1851B7C980F}"/>
              </a:ext>
            </a:extLst>
          </p:cNvPr>
          <p:cNvSpPr/>
          <p:nvPr/>
        </p:nvSpPr>
        <p:spPr>
          <a:xfrm>
            <a:off x="6385798" y="1722302"/>
            <a:ext cx="502920" cy="502920"/>
          </a:xfrm>
          <a:prstGeom prst="ellipse">
            <a:avLst/>
          </a:prstGeom>
          <a:solidFill>
            <a:srgbClr val="1E2761"/>
          </a:solidFill>
          <a:ln/>
        </p:spPr>
      </p:sp>
      <p:pic>
        <p:nvPicPr>
          <p:cNvPr id="7" name="Image 1" descr="/home/claude/icons/cpu_white.png">
            <a:extLst>
              <a:ext uri="{FF2B5EF4-FFF2-40B4-BE49-F238E27FC236}">
                <a16:creationId xmlns:a16="http://schemas.microsoft.com/office/drawing/2014/main" id="{CEACF613-C53F-111E-C625-ADCC51841E00}"/>
              </a:ext>
            </a:extLst>
          </p:cNvPr>
          <p:cNvPicPr>
            <a:picLocks noChangeAspect="1"/>
          </p:cNvPicPr>
          <p:nvPr/>
        </p:nvPicPr>
        <p:blipFill>
          <a:blip r:embed="rId3"/>
          <a:stretch>
            <a:fillRect/>
          </a:stretch>
        </p:blipFill>
        <p:spPr>
          <a:xfrm>
            <a:off x="6505956" y="1853769"/>
            <a:ext cx="241402" cy="241402"/>
          </a:xfrm>
          <a:prstGeom prst="rect">
            <a:avLst/>
          </a:prstGeom>
        </p:spPr>
      </p:pic>
      <p:sp>
        <p:nvSpPr>
          <p:cNvPr id="8" name="Text 4">
            <a:extLst>
              <a:ext uri="{FF2B5EF4-FFF2-40B4-BE49-F238E27FC236}">
                <a16:creationId xmlns:a16="http://schemas.microsoft.com/office/drawing/2014/main" id="{84D422C7-CA7B-44FB-DC73-D01FF476A26A}"/>
              </a:ext>
            </a:extLst>
          </p:cNvPr>
          <p:cNvSpPr/>
          <p:nvPr/>
        </p:nvSpPr>
        <p:spPr>
          <a:xfrm>
            <a:off x="6293297" y="2264018"/>
            <a:ext cx="2935224" cy="594360"/>
          </a:xfrm>
          <a:prstGeom prst="rect">
            <a:avLst/>
          </a:prstGeom>
          <a:noFill/>
          <a:ln/>
        </p:spPr>
        <p:txBody>
          <a:bodyPr wrap="square" rtlCol="0" anchor="ctr"/>
          <a:lstStyle/>
          <a:p>
            <a:pPr marL="0" indent="0">
              <a:buNone/>
            </a:pPr>
            <a:r>
              <a:rPr lang="en-US" sz="1700" b="1" dirty="0">
                <a:solidFill>
                  <a:srgbClr val="1E2761"/>
                </a:solidFill>
                <a:latin typeface="Cambria" pitchFamily="34" charset="0"/>
                <a:ea typeface="Cambria" pitchFamily="34" charset="-122"/>
                <a:cs typeface="Cambria" pitchFamily="34" charset="-120"/>
              </a:rPr>
              <a:t>Logistic Regression</a:t>
            </a:r>
            <a:endParaRPr lang="en-US" sz="1700" dirty="0"/>
          </a:p>
        </p:txBody>
      </p:sp>
      <p:sp>
        <p:nvSpPr>
          <p:cNvPr id="9" name="Text 5">
            <a:extLst>
              <a:ext uri="{FF2B5EF4-FFF2-40B4-BE49-F238E27FC236}">
                <a16:creationId xmlns:a16="http://schemas.microsoft.com/office/drawing/2014/main" id="{19972163-9392-E41F-1C92-D193352C9E9F}"/>
              </a:ext>
            </a:extLst>
          </p:cNvPr>
          <p:cNvSpPr/>
          <p:nvPr/>
        </p:nvSpPr>
        <p:spPr>
          <a:xfrm>
            <a:off x="6238804" y="2545570"/>
            <a:ext cx="2935224" cy="1188720"/>
          </a:xfrm>
          <a:prstGeom prst="rect">
            <a:avLst/>
          </a:prstGeom>
          <a:noFill/>
          <a:ln/>
        </p:spPr>
        <p:txBody>
          <a:bodyPr wrap="square" rtlCol="0" anchor="ctr"/>
          <a:lstStyle/>
          <a:p>
            <a:pPr marL="0" indent="0">
              <a:buNone/>
            </a:pPr>
            <a:r>
              <a:rPr lang="en-US" sz="1250" dirty="0">
                <a:solidFill>
                  <a:srgbClr val="36454F"/>
                </a:solidFill>
                <a:latin typeface="Calibri" pitchFamily="34" charset="0"/>
                <a:ea typeface="Calibri" pitchFamily="34" charset="-122"/>
                <a:cs typeface="Calibri" pitchFamily="34" charset="-120"/>
              </a:rPr>
              <a:t>Simple, interpretable linear baseline for binary classification.</a:t>
            </a:r>
            <a:endParaRPr lang="en-US" sz="1250" dirty="0"/>
          </a:p>
        </p:txBody>
      </p:sp>
      <p:sp>
        <p:nvSpPr>
          <p:cNvPr id="13" name="Text 8">
            <a:extLst>
              <a:ext uri="{FF2B5EF4-FFF2-40B4-BE49-F238E27FC236}">
                <a16:creationId xmlns:a16="http://schemas.microsoft.com/office/drawing/2014/main" id="{1BF82F4B-1F38-0524-F880-848AFCB622F9}"/>
              </a:ext>
            </a:extLst>
          </p:cNvPr>
          <p:cNvSpPr/>
          <p:nvPr/>
        </p:nvSpPr>
        <p:spPr>
          <a:xfrm>
            <a:off x="3049153" y="2272439"/>
            <a:ext cx="2935224" cy="594360"/>
          </a:xfrm>
          <a:prstGeom prst="rect">
            <a:avLst/>
          </a:prstGeom>
          <a:noFill/>
          <a:ln/>
        </p:spPr>
        <p:txBody>
          <a:bodyPr wrap="square" rtlCol="0" anchor="ctr"/>
          <a:lstStyle/>
          <a:p>
            <a:pPr marL="0" indent="0">
              <a:buNone/>
            </a:pPr>
            <a:r>
              <a:rPr lang="en-US" sz="1700" b="1" dirty="0">
                <a:solidFill>
                  <a:srgbClr val="1E2761"/>
                </a:solidFill>
                <a:latin typeface="Cambria" pitchFamily="34" charset="0"/>
                <a:ea typeface="Cambria" pitchFamily="34" charset="-122"/>
                <a:cs typeface="Cambria" pitchFamily="34" charset="-120"/>
              </a:rPr>
              <a:t>Random Forest</a:t>
            </a:r>
            <a:endParaRPr lang="en-US" sz="1700" dirty="0"/>
          </a:p>
        </p:txBody>
      </p:sp>
      <p:sp>
        <p:nvSpPr>
          <p:cNvPr id="14" name="Text 9">
            <a:extLst>
              <a:ext uri="{FF2B5EF4-FFF2-40B4-BE49-F238E27FC236}">
                <a16:creationId xmlns:a16="http://schemas.microsoft.com/office/drawing/2014/main" id="{0BCF48F7-5FD5-A55B-31F2-A012A562CE2A}"/>
              </a:ext>
            </a:extLst>
          </p:cNvPr>
          <p:cNvSpPr/>
          <p:nvPr/>
        </p:nvSpPr>
        <p:spPr>
          <a:xfrm>
            <a:off x="3047124" y="2542267"/>
            <a:ext cx="2935224" cy="1188720"/>
          </a:xfrm>
          <a:prstGeom prst="rect">
            <a:avLst/>
          </a:prstGeom>
          <a:noFill/>
          <a:ln/>
        </p:spPr>
        <p:txBody>
          <a:bodyPr wrap="square" rtlCol="0" anchor="ctr"/>
          <a:lstStyle/>
          <a:p>
            <a:pPr marL="0" indent="0">
              <a:buNone/>
            </a:pPr>
            <a:r>
              <a:rPr lang="en-US" sz="1250" dirty="0">
                <a:solidFill>
                  <a:srgbClr val="36454F"/>
                </a:solidFill>
                <a:latin typeface="Calibri" pitchFamily="34" charset="0"/>
                <a:ea typeface="Calibri" pitchFamily="34" charset="-122"/>
                <a:cs typeface="Calibri" pitchFamily="34" charset="-120"/>
              </a:rPr>
              <a:t>Ensemble of decision trees capturing non-linear feature interactions.</a:t>
            </a:r>
            <a:endParaRPr lang="en-US" sz="1250" dirty="0"/>
          </a:p>
        </p:txBody>
      </p:sp>
      <p:sp>
        <p:nvSpPr>
          <p:cNvPr id="11" name="Shape 7">
            <a:extLst>
              <a:ext uri="{FF2B5EF4-FFF2-40B4-BE49-F238E27FC236}">
                <a16:creationId xmlns:a16="http://schemas.microsoft.com/office/drawing/2014/main" id="{21EFDF8C-415D-93CC-07B7-26F51FA3A3FD}"/>
              </a:ext>
            </a:extLst>
          </p:cNvPr>
          <p:cNvSpPr/>
          <p:nvPr/>
        </p:nvSpPr>
        <p:spPr>
          <a:xfrm>
            <a:off x="3181368" y="1708368"/>
            <a:ext cx="502920" cy="502920"/>
          </a:xfrm>
          <a:prstGeom prst="ellipse">
            <a:avLst/>
          </a:prstGeom>
          <a:solidFill>
            <a:srgbClr val="1E2761"/>
          </a:solidFill>
          <a:ln/>
        </p:spPr>
      </p:sp>
      <p:pic>
        <p:nvPicPr>
          <p:cNvPr id="12" name="Image 2" descr="/home/claude/icons/cpu_white.png">
            <a:extLst>
              <a:ext uri="{FF2B5EF4-FFF2-40B4-BE49-F238E27FC236}">
                <a16:creationId xmlns:a16="http://schemas.microsoft.com/office/drawing/2014/main" id="{11AD1A78-8824-97D7-3297-8796B236E3CA}"/>
              </a:ext>
            </a:extLst>
          </p:cNvPr>
          <p:cNvPicPr>
            <a:picLocks noChangeAspect="1"/>
          </p:cNvPicPr>
          <p:nvPr/>
        </p:nvPicPr>
        <p:blipFill>
          <a:blip r:embed="rId3"/>
          <a:stretch>
            <a:fillRect/>
          </a:stretch>
        </p:blipFill>
        <p:spPr>
          <a:xfrm>
            <a:off x="3312127" y="1829832"/>
            <a:ext cx="241402" cy="241402"/>
          </a:xfrm>
          <a:prstGeom prst="rect">
            <a:avLst/>
          </a:prstGeom>
        </p:spPr>
      </p:pic>
      <p:sp>
        <p:nvSpPr>
          <p:cNvPr id="33" name="Shape 2">
            <a:extLst>
              <a:ext uri="{FF2B5EF4-FFF2-40B4-BE49-F238E27FC236}">
                <a16:creationId xmlns:a16="http://schemas.microsoft.com/office/drawing/2014/main" id="{7E949BCF-1E43-00DB-F664-B17A89133204}"/>
              </a:ext>
            </a:extLst>
          </p:cNvPr>
          <p:cNvSpPr/>
          <p:nvPr/>
        </p:nvSpPr>
        <p:spPr>
          <a:xfrm>
            <a:off x="109782" y="1600200"/>
            <a:ext cx="2816641" cy="2834640"/>
          </a:xfrm>
          <a:prstGeom prst="rect">
            <a:avLst/>
          </a:prstGeom>
          <a:solidFill>
            <a:srgbClr val="EEF3FC"/>
          </a:solidFill>
          <a:ln/>
        </p:spPr>
        <p:txBody>
          <a:bodyPr/>
          <a:lstStyle/>
          <a:p>
            <a:endParaRPr lang="en-US" b="1" dirty="0">
              <a:solidFill>
                <a:srgbClr val="1E2761"/>
              </a:solidFill>
              <a:latin typeface="Cambria" pitchFamily="34" charset="0"/>
              <a:ea typeface="Cambria" pitchFamily="34" charset="-122"/>
              <a:cs typeface="Cambria" pitchFamily="34" charset="-120"/>
            </a:endParaRPr>
          </a:p>
          <a:p>
            <a:endParaRPr lang="en-US" b="1" dirty="0">
              <a:solidFill>
                <a:srgbClr val="1E2761"/>
              </a:solidFill>
              <a:latin typeface="Cambria" pitchFamily="34" charset="0"/>
              <a:ea typeface="Cambria" pitchFamily="34" charset="-122"/>
              <a:cs typeface="Cambria" pitchFamily="34" charset="-120"/>
            </a:endParaRPr>
          </a:p>
          <a:p>
            <a:endParaRPr lang="en-US" b="1" dirty="0">
              <a:solidFill>
                <a:srgbClr val="1E2761"/>
              </a:solidFill>
              <a:latin typeface="Cambria" pitchFamily="34" charset="0"/>
              <a:ea typeface="Cambria" pitchFamily="34" charset="-122"/>
              <a:cs typeface="Cambria" pitchFamily="34" charset="-120"/>
            </a:endParaRPr>
          </a:p>
          <a:p>
            <a:r>
              <a:rPr lang="en-US" b="1" dirty="0">
                <a:solidFill>
                  <a:srgbClr val="1E2761"/>
                </a:solidFill>
                <a:latin typeface="Cambria" pitchFamily="34" charset="0"/>
                <a:ea typeface="Cambria" pitchFamily="34" charset="-122"/>
              </a:rPr>
              <a:t>Naïve Bayes</a:t>
            </a:r>
            <a:endParaRPr lang="en-US" dirty="0"/>
          </a:p>
        </p:txBody>
      </p:sp>
      <p:sp>
        <p:nvSpPr>
          <p:cNvPr id="37" name="Shape 7">
            <a:extLst>
              <a:ext uri="{FF2B5EF4-FFF2-40B4-BE49-F238E27FC236}">
                <a16:creationId xmlns:a16="http://schemas.microsoft.com/office/drawing/2014/main" id="{E5C064B8-E978-5BC7-3882-CC9B4EDDBB3C}"/>
              </a:ext>
            </a:extLst>
          </p:cNvPr>
          <p:cNvSpPr/>
          <p:nvPr/>
        </p:nvSpPr>
        <p:spPr>
          <a:xfrm>
            <a:off x="176479" y="1722302"/>
            <a:ext cx="502920" cy="502920"/>
          </a:xfrm>
          <a:prstGeom prst="ellipse">
            <a:avLst/>
          </a:prstGeom>
          <a:solidFill>
            <a:srgbClr val="1E2761"/>
          </a:solidFill>
          <a:ln/>
        </p:spPr>
        <p:txBody>
          <a:bodyPr/>
          <a:lstStyle/>
          <a:p>
            <a:endParaRPr lang="en-US" dirty="0"/>
          </a:p>
        </p:txBody>
      </p:sp>
      <p:pic>
        <p:nvPicPr>
          <p:cNvPr id="35" name="Image 2" descr="/home/claude/icons/cpu_white.png">
            <a:extLst>
              <a:ext uri="{FF2B5EF4-FFF2-40B4-BE49-F238E27FC236}">
                <a16:creationId xmlns:a16="http://schemas.microsoft.com/office/drawing/2014/main" id="{F9945029-79B0-F710-7650-CB2ACECF9271}"/>
              </a:ext>
            </a:extLst>
          </p:cNvPr>
          <p:cNvPicPr>
            <a:picLocks noChangeAspect="1"/>
          </p:cNvPicPr>
          <p:nvPr/>
        </p:nvPicPr>
        <p:blipFill>
          <a:blip r:embed="rId3"/>
          <a:stretch>
            <a:fillRect/>
          </a:stretch>
        </p:blipFill>
        <p:spPr>
          <a:xfrm>
            <a:off x="307238" y="1853061"/>
            <a:ext cx="241402" cy="241402"/>
          </a:xfrm>
          <a:prstGeom prst="rect">
            <a:avLst/>
          </a:prstGeom>
        </p:spPr>
      </p:pic>
      <p:sp>
        <p:nvSpPr>
          <p:cNvPr id="41" name="TextBox 40">
            <a:extLst>
              <a:ext uri="{FF2B5EF4-FFF2-40B4-BE49-F238E27FC236}">
                <a16:creationId xmlns:a16="http://schemas.microsoft.com/office/drawing/2014/main" id="{8018A33B-6B21-C663-C847-EC071ED0893B}"/>
              </a:ext>
            </a:extLst>
          </p:cNvPr>
          <p:cNvSpPr txBox="1"/>
          <p:nvPr/>
        </p:nvSpPr>
        <p:spPr>
          <a:xfrm>
            <a:off x="130042" y="2812739"/>
            <a:ext cx="2624271" cy="954107"/>
          </a:xfrm>
          <a:prstGeom prst="rect">
            <a:avLst/>
          </a:prstGeom>
          <a:noFill/>
        </p:spPr>
        <p:txBody>
          <a:bodyPr wrap="square" rtlCol="0">
            <a:spAutoFit/>
          </a:bodyPr>
          <a:lstStyle/>
          <a:p>
            <a:r>
              <a:rPr lang="en-US" sz="1200" dirty="0"/>
              <a:t>It predicts class using word frequencies via Bayes' theorem, assuming feature independence.</a:t>
            </a:r>
          </a:p>
          <a:p>
            <a:endParaRPr lang="en-US" sz="1000" dirty="0"/>
          </a:p>
          <a:p>
            <a:endParaRPr lang="en-US" sz="1000" dirty="0"/>
          </a:p>
        </p:txBody>
      </p:sp>
    </p:spTree>
    <p:extLst>
      <p:ext uri="{BB962C8B-B14F-4D97-AF65-F5344CB8AC3E}">
        <p14:creationId xmlns:p14="http://schemas.microsoft.com/office/powerpoint/2010/main" val="380985441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8">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548640" y="457200"/>
            <a:ext cx="502920" cy="502920"/>
          </a:xfrm>
          <a:prstGeom prst="ellipse">
            <a:avLst/>
          </a:prstGeom>
          <a:solidFill>
            <a:srgbClr val="1E2761"/>
          </a:solidFill>
          <a:ln/>
        </p:spPr>
      </p:sp>
      <p:pic>
        <p:nvPicPr>
          <p:cNvPr id="3" name="Image 0" descr="/home/claude/icons/barchart_white.png"/>
          <p:cNvPicPr>
            <a:picLocks noChangeAspect="1"/>
          </p:cNvPicPr>
          <p:nvPr/>
        </p:nvPicPr>
        <p:blipFill>
          <a:blip r:embed="rId3"/>
          <a:stretch>
            <a:fillRect/>
          </a:stretch>
        </p:blipFill>
        <p:spPr>
          <a:xfrm>
            <a:off x="679399" y="587959"/>
            <a:ext cx="241402" cy="241402"/>
          </a:xfrm>
          <a:prstGeom prst="rect">
            <a:avLst/>
          </a:prstGeom>
        </p:spPr>
      </p:pic>
      <p:sp>
        <p:nvSpPr>
          <p:cNvPr id="4" name="Text 1"/>
          <p:cNvSpPr/>
          <p:nvPr/>
        </p:nvSpPr>
        <p:spPr>
          <a:xfrm>
            <a:off x="1234440" y="402336"/>
            <a:ext cx="8229600" cy="612648"/>
          </a:xfrm>
          <a:prstGeom prst="rect">
            <a:avLst/>
          </a:prstGeom>
          <a:noFill/>
          <a:ln/>
        </p:spPr>
        <p:txBody>
          <a:bodyPr wrap="square" rtlCol="0" anchor="ctr"/>
          <a:lstStyle/>
          <a:p>
            <a:pPr marL="0" indent="0">
              <a:buNone/>
            </a:pPr>
            <a:r>
              <a:rPr lang="en-US" sz="2400" b="1" dirty="0">
                <a:solidFill>
                  <a:srgbClr val="1E2761"/>
                </a:solidFill>
                <a:latin typeface="Cambria" pitchFamily="34" charset="0"/>
                <a:ea typeface="Cambria" pitchFamily="34" charset="-122"/>
                <a:cs typeface="Cambria" pitchFamily="34" charset="-120"/>
              </a:rPr>
              <a:t>Model Evaluation</a:t>
            </a:r>
            <a:endParaRPr lang="en-US" sz="2400" dirty="0"/>
          </a:p>
        </p:txBody>
      </p:sp>
      <p:graphicFrame>
        <p:nvGraphicFramePr>
          <p:cNvPr id="5" name="Chart 0"/>
          <p:cNvGraphicFramePr/>
          <p:nvPr>
            <p:extLst>
              <p:ext uri="{D42A27DB-BD31-4B8C-83A1-F6EECF244321}">
                <p14:modId xmlns:p14="http://schemas.microsoft.com/office/powerpoint/2010/main" val="691059175"/>
              </p:ext>
            </p:extLst>
          </p:nvPr>
        </p:nvGraphicFramePr>
        <p:xfrm>
          <a:off x="548640" y="1371600"/>
          <a:ext cx="10816046" cy="4170784"/>
        </p:xfrm>
        <a:graphic>
          <a:graphicData uri="http://schemas.openxmlformats.org/drawingml/2006/chart">
            <c:chart xmlns:c="http://schemas.openxmlformats.org/drawingml/2006/chart" xmlns:r="http://schemas.openxmlformats.org/officeDocument/2006/relationships" r:id="rId4"/>
          </a:graphicData>
        </a:graphic>
      </p:graphicFrame>
      <p:pic>
        <p:nvPicPr>
          <p:cNvPr id="8" name="Image 1" descr="/home/claude/icons/clipboard_white.png"/>
          <p:cNvPicPr>
            <a:picLocks noChangeAspect="1"/>
          </p:cNvPicPr>
          <p:nvPr/>
        </p:nvPicPr>
        <p:blipFill>
          <a:blip r:embed="rId5"/>
          <a:stretch>
            <a:fillRect/>
          </a:stretch>
        </p:blipFill>
        <p:spPr>
          <a:xfrm>
            <a:off x="6729984" y="731520"/>
            <a:ext cx="219456" cy="219456"/>
          </a:xfrm>
          <a:prstGeom prst="rect">
            <a:avLst/>
          </a:prstGeom>
        </p:spPr>
      </p:pic>
      <p:sp>
        <p:nvSpPr>
          <p:cNvPr id="17" name="Text 12"/>
          <p:cNvSpPr/>
          <p:nvPr/>
        </p:nvSpPr>
        <p:spPr>
          <a:xfrm>
            <a:off x="489204" y="6053888"/>
            <a:ext cx="11091672" cy="548640"/>
          </a:xfrm>
          <a:prstGeom prst="rect">
            <a:avLst/>
          </a:prstGeom>
          <a:noFill/>
          <a:ln/>
        </p:spPr>
        <p:txBody>
          <a:bodyPr wrap="square" rtlCol="0" anchor="ctr"/>
          <a:lstStyle/>
          <a:p>
            <a:pPr marL="0" indent="0" algn="ctr">
              <a:buNone/>
            </a:pPr>
            <a:r>
              <a:rPr lang="en-US" sz="1150" i="1" dirty="0">
                <a:solidFill>
                  <a:srgbClr val="8492A6"/>
                </a:solidFill>
                <a:latin typeface="Calibri" pitchFamily="34" charset="0"/>
                <a:ea typeface="Calibri" pitchFamily="34" charset="-122"/>
                <a:cs typeface="Calibri" pitchFamily="34" charset="-120"/>
              </a:rPr>
              <a:t>Note: metrics reflect performance on the held-out test split; class imbalance means precision/recall on the fraudulent class matter as much as overall accuracy.</a:t>
            </a:r>
            <a:endParaRPr lang="en-US" sz="1150" dirty="0"/>
          </a:p>
        </p:txBody>
      </p:sp>
      <p:sp>
        <p:nvSpPr>
          <p:cNvPr id="18" name="Text 13"/>
          <p:cNvSpPr/>
          <p:nvPr/>
        </p:nvSpPr>
        <p:spPr>
          <a:xfrm>
            <a:off x="457200" y="6519672"/>
            <a:ext cx="7315200" cy="274320"/>
          </a:xfrm>
          <a:prstGeom prst="rect">
            <a:avLst/>
          </a:prstGeom>
          <a:noFill/>
          <a:ln/>
        </p:spPr>
        <p:txBody>
          <a:bodyPr wrap="square" rtlCol="0" anchor="ctr"/>
          <a:lstStyle/>
          <a:p>
            <a:pPr marL="0" indent="0" algn="l">
              <a:buNone/>
            </a:pPr>
            <a:r>
              <a:rPr lang="en-US" sz="900" dirty="0">
                <a:solidFill>
                  <a:srgbClr val="8492A6"/>
                </a:solidFill>
                <a:latin typeface="Calibri" pitchFamily="34" charset="0"/>
                <a:ea typeface="Calibri" pitchFamily="34" charset="-122"/>
                <a:cs typeface="Calibri" pitchFamily="34" charset="-120"/>
              </a:rPr>
              <a:t>Fake Job Posting Detection Using Machine Learning</a:t>
            </a:r>
            <a:endParaRPr lang="en-US" sz="900" dirty="0"/>
          </a:p>
        </p:txBody>
      </p:sp>
      <p:sp>
        <p:nvSpPr>
          <p:cNvPr id="19" name="Text 14"/>
          <p:cNvSpPr/>
          <p:nvPr/>
        </p:nvSpPr>
        <p:spPr>
          <a:xfrm>
            <a:off x="11274552" y="6519672"/>
            <a:ext cx="457200" cy="274320"/>
          </a:xfrm>
          <a:prstGeom prst="rect">
            <a:avLst/>
          </a:prstGeom>
          <a:noFill/>
          <a:ln/>
        </p:spPr>
        <p:txBody>
          <a:bodyPr wrap="square" rtlCol="0" anchor="ctr"/>
          <a:lstStyle/>
          <a:p>
            <a:pPr marL="0" indent="0" algn="r">
              <a:buNone/>
            </a:pPr>
            <a:r>
              <a:rPr lang="en-US" sz="900" dirty="0">
                <a:solidFill>
                  <a:srgbClr val="8492A6"/>
                </a:solidFill>
                <a:latin typeface="Calibri" pitchFamily="34" charset="0"/>
                <a:ea typeface="Calibri" pitchFamily="34" charset="-122"/>
                <a:cs typeface="Calibri" pitchFamily="34" charset="-120"/>
              </a:rPr>
              <a:t>8</a:t>
            </a:r>
            <a:endParaRPr lang="en-US" sz="9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a:extLst>
            <a:ext uri="{FF2B5EF4-FFF2-40B4-BE49-F238E27FC236}">
              <a16:creationId xmlns:a16="http://schemas.microsoft.com/office/drawing/2014/main" id="{95AE98CD-D408-3ECA-89FC-FA7CC9E1EC98}"/>
            </a:ext>
          </a:extLst>
        </p:cNvPr>
        <p:cNvGrpSpPr/>
        <p:nvPr/>
      </p:nvGrpSpPr>
      <p:grpSpPr>
        <a:xfrm>
          <a:off x="0" y="0"/>
          <a:ext cx="0" cy="0"/>
          <a:chOff x="0" y="0"/>
          <a:chExt cx="0" cy="0"/>
        </a:xfrm>
      </p:grpSpPr>
      <p:sp>
        <p:nvSpPr>
          <p:cNvPr id="2" name="Shape 0">
            <a:extLst>
              <a:ext uri="{FF2B5EF4-FFF2-40B4-BE49-F238E27FC236}">
                <a16:creationId xmlns:a16="http://schemas.microsoft.com/office/drawing/2014/main" id="{990E53AC-4373-0FB6-ECC9-825B453B12C9}"/>
              </a:ext>
            </a:extLst>
          </p:cNvPr>
          <p:cNvSpPr/>
          <p:nvPr/>
        </p:nvSpPr>
        <p:spPr>
          <a:xfrm>
            <a:off x="548640" y="457200"/>
            <a:ext cx="502920" cy="502920"/>
          </a:xfrm>
          <a:prstGeom prst="ellipse">
            <a:avLst/>
          </a:prstGeom>
          <a:solidFill>
            <a:srgbClr val="1E2761"/>
          </a:solidFill>
          <a:ln/>
        </p:spPr>
      </p:sp>
      <p:pic>
        <p:nvPicPr>
          <p:cNvPr id="3" name="Image 0" descr="/home/claude/icons/barchart_white.png">
            <a:extLst>
              <a:ext uri="{FF2B5EF4-FFF2-40B4-BE49-F238E27FC236}">
                <a16:creationId xmlns:a16="http://schemas.microsoft.com/office/drawing/2014/main" id="{78414A08-7220-91D2-E707-8737FFB45824}"/>
              </a:ext>
            </a:extLst>
          </p:cNvPr>
          <p:cNvPicPr>
            <a:picLocks noChangeAspect="1"/>
          </p:cNvPicPr>
          <p:nvPr/>
        </p:nvPicPr>
        <p:blipFill>
          <a:blip r:embed="rId3"/>
          <a:stretch>
            <a:fillRect/>
          </a:stretch>
        </p:blipFill>
        <p:spPr>
          <a:xfrm>
            <a:off x="679399" y="587959"/>
            <a:ext cx="241402" cy="241402"/>
          </a:xfrm>
          <a:prstGeom prst="rect">
            <a:avLst/>
          </a:prstGeom>
        </p:spPr>
      </p:pic>
      <p:sp>
        <p:nvSpPr>
          <p:cNvPr id="4" name="Text 1">
            <a:extLst>
              <a:ext uri="{FF2B5EF4-FFF2-40B4-BE49-F238E27FC236}">
                <a16:creationId xmlns:a16="http://schemas.microsoft.com/office/drawing/2014/main" id="{49A0A801-2370-0F0B-E568-02EE8CCC51CD}"/>
              </a:ext>
            </a:extLst>
          </p:cNvPr>
          <p:cNvSpPr/>
          <p:nvPr/>
        </p:nvSpPr>
        <p:spPr>
          <a:xfrm>
            <a:off x="1234440" y="402336"/>
            <a:ext cx="8229600" cy="612648"/>
          </a:xfrm>
          <a:prstGeom prst="rect">
            <a:avLst/>
          </a:prstGeom>
          <a:noFill/>
          <a:ln/>
        </p:spPr>
        <p:txBody>
          <a:bodyPr wrap="square" rtlCol="0" anchor="ctr"/>
          <a:lstStyle/>
          <a:p>
            <a:pPr marL="0" indent="0">
              <a:buNone/>
            </a:pPr>
            <a:r>
              <a:rPr lang="en-US" sz="2400" b="1" dirty="0">
                <a:solidFill>
                  <a:srgbClr val="1E2761"/>
                </a:solidFill>
                <a:latin typeface="Cambria" pitchFamily="34" charset="0"/>
                <a:ea typeface="Cambria" pitchFamily="34" charset="-122"/>
                <a:cs typeface="Cambria" pitchFamily="34" charset="-120"/>
              </a:rPr>
              <a:t>Model Evaluation</a:t>
            </a:r>
            <a:endParaRPr lang="en-US" sz="2400" dirty="0"/>
          </a:p>
        </p:txBody>
      </p:sp>
      <p:sp>
        <p:nvSpPr>
          <p:cNvPr id="6" name="Shape 2">
            <a:extLst>
              <a:ext uri="{FF2B5EF4-FFF2-40B4-BE49-F238E27FC236}">
                <a16:creationId xmlns:a16="http://schemas.microsoft.com/office/drawing/2014/main" id="{1C07546D-C2E7-4D3C-4808-8D7737C1C0AA}"/>
              </a:ext>
            </a:extLst>
          </p:cNvPr>
          <p:cNvSpPr/>
          <p:nvPr/>
        </p:nvSpPr>
        <p:spPr>
          <a:xfrm>
            <a:off x="6492240" y="338328"/>
            <a:ext cx="5285232" cy="2255582"/>
          </a:xfrm>
          <a:prstGeom prst="rect">
            <a:avLst/>
          </a:prstGeom>
          <a:solidFill>
            <a:srgbClr val="EEF3FC"/>
          </a:solidFill>
          <a:ln/>
        </p:spPr>
      </p:sp>
      <p:sp>
        <p:nvSpPr>
          <p:cNvPr id="7" name="Shape 3">
            <a:extLst>
              <a:ext uri="{FF2B5EF4-FFF2-40B4-BE49-F238E27FC236}">
                <a16:creationId xmlns:a16="http://schemas.microsoft.com/office/drawing/2014/main" id="{A1A80D6F-D19F-66E6-E47F-BB5AB022C8E0}"/>
              </a:ext>
            </a:extLst>
          </p:cNvPr>
          <p:cNvSpPr/>
          <p:nvPr/>
        </p:nvSpPr>
        <p:spPr>
          <a:xfrm>
            <a:off x="6656832" y="434470"/>
            <a:ext cx="457200" cy="457200"/>
          </a:xfrm>
          <a:prstGeom prst="ellipse">
            <a:avLst/>
          </a:prstGeom>
          <a:solidFill>
            <a:srgbClr val="1E2761"/>
          </a:solidFill>
          <a:ln/>
        </p:spPr>
      </p:sp>
      <p:pic>
        <p:nvPicPr>
          <p:cNvPr id="8" name="Image 1" descr="/home/claude/icons/clipboard_white.png">
            <a:extLst>
              <a:ext uri="{FF2B5EF4-FFF2-40B4-BE49-F238E27FC236}">
                <a16:creationId xmlns:a16="http://schemas.microsoft.com/office/drawing/2014/main" id="{B2E844E5-9540-EB7A-908E-43AE5DB43B38}"/>
              </a:ext>
            </a:extLst>
          </p:cNvPr>
          <p:cNvPicPr>
            <a:picLocks noChangeAspect="1"/>
          </p:cNvPicPr>
          <p:nvPr/>
        </p:nvPicPr>
        <p:blipFill>
          <a:blip r:embed="rId4"/>
          <a:stretch>
            <a:fillRect/>
          </a:stretch>
        </p:blipFill>
        <p:spPr>
          <a:xfrm>
            <a:off x="6748272" y="574962"/>
            <a:ext cx="219456" cy="219456"/>
          </a:xfrm>
          <a:prstGeom prst="rect">
            <a:avLst/>
          </a:prstGeom>
        </p:spPr>
      </p:pic>
      <p:sp>
        <p:nvSpPr>
          <p:cNvPr id="9" name="Text 4">
            <a:extLst>
              <a:ext uri="{FF2B5EF4-FFF2-40B4-BE49-F238E27FC236}">
                <a16:creationId xmlns:a16="http://schemas.microsoft.com/office/drawing/2014/main" id="{40022F68-B6B9-776F-6DD2-576B80C48C3E}"/>
              </a:ext>
            </a:extLst>
          </p:cNvPr>
          <p:cNvSpPr/>
          <p:nvPr/>
        </p:nvSpPr>
        <p:spPr>
          <a:xfrm>
            <a:off x="7159752" y="454126"/>
            <a:ext cx="4114800" cy="365760"/>
          </a:xfrm>
          <a:prstGeom prst="rect">
            <a:avLst/>
          </a:prstGeom>
          <a:noFill/>
          <a:ln/>
        </p:spPr>
        <p:txBody>
          <a:bodyPr wrap="square" rtlCol="0" anchor="ctr"/>
          <a:lstStyle/>
          <a:p>
            <a:pPr marL="0" indent="0">
              <a:buNone/>
            </a:pPr>
            <a:r>
              <a:rPr lang="en-US" sz="1400" b="1" dirty="0">
                <a:solidFill>
                  <a:srgbClr val="1E2761"/>
                </a:solidFill>
                <a:latin typeface="Cambria" pitchFamily="34" charset="0"/>
                <a:ea typeface="Cambria" pitchFamily="34" charset="-122"/>
                <a:cs typeface="Cambria" pitchFamily="34" charset="-120"/>
              </a:rPr>
              <a:t>Classification Report</a:t>
            </a:r>
            <a:endParaRPr lang="en-US" sz="1400" dirty="0"/>
          </a:p>
        </p:txBody>
      </p:sp>
      <p:sp>
        <p:nvSpPr>
          <p:cNvPr id="10" name="Text 5">
            <a:extLst>
              <a:ext uri="{FF2B5EF4-FFF2-40B4-BE49-F238E27FC236}">
                <a16:creationId xmlns:a16="http://schemas.microsoft.com/office/drawing/2014/main" id="{2BF5FD5F-052C-62C9-2D31-449275C4033D}"/>
              </a:ext>
            </a:extLst>
          </p:cNvPr>
          <p:cNvSpPr/>
          <p:nvPr/>
        </p:nvSpPr>
        <p:spPr>
          <a:xfrm>
            <a:off x="7114032" y="699143"/>
            <a:ext cx="4928616" cy="1728216"/>
          </a:xfrm>
          <a:prstGeom prst="rect">
            <a:avLst/>
          </a:prstGeom>
          <a:noFill/>
          <a:ln/>
        </p:spPr>
        <p:txBody>
          <a:bodyPr wrap="square" rtlCol="0" anchor="ctr"/>
          <a:lstStyle/>
          <a:p>
            <a:r>
              <a:rPr lang="en-US" sz="1150" dirty="0"/>
              <a:t>precision    recall  f1-score   support</a:t>
            </a:r>
          </a:p>
          <a:p>
            <a:endParaRPr lang="en-US" sz="1150" dirty="0"/>
          </a:p>
          <a:p>
            <a:r>
              <a:rPr lang="en-US" sz="1150" dirty="0"/>
              <a:t>           0       0.99      0.98      0.99      3403</a:t>
            </a:r>
          </a:p>
          <a:p>
            <a:r>
              <a:rPr lang="en-US" sz="1150" dirty="0"/>
              <a:t>           1       0.74      0.86      0.79       173</a:t>
            </a:r>
          </a:p>
          <a:p>
            <a:endParaRPr lang="en-US" sz="1150" dirty="0"/>
          </a:p>
          <a:p>
            <a:r>
              <a:rPr lang="en-US" sz="1150" dirty="0"/>
              <a:t>    accuracy                           0.98      3576</a:t>
            </a:r>
          </a:p>
          <a:p>
            <a:r>
              <a:rPr lang="en-US" sz="1150" dirty="0"/>
              <a:t>   macro avg       0.87      0.92      0.89      3576</a:t>
            </a:r>
          </a:p>
          <a:p>
            <a:r>
              <a:rPr lang="en-US" sz="1150" dirty="0"/>
              <a:t>weighted avg       0.98      0.98      0.98      3576</a:t>
            </a:r>
          </a:p>
        </p:txBody>
      </p:sp>
      <p:sp>
        <p:nvSpPr>
          <p:cNvPr id="11" name="Shape 6">
            <a:extLst>
              <a:ext uri="{FF2B5EF4-FFF2-40B4-BE49-F238E27FC236}">
                <a16:creationId xmlns:a16="http://schemas.microsoft.com/office/drawing/2014/main" id="{FDF57C38-728B-D7E9-432C-0BDE7A07F7D4}"/>
              </a:ext>
            </a:extLst>
          </p:cNvPr>
          <p:cNvSpPr/>
          <p:nvPr/>
        </p:nvSpPr>
        <p:spPr>
          <a:xfrm>
            <a:off x="170738" y="1144110"/>
            <a:ext cx="6138703" cy="4986102"/>
          </a:xfrm>
          <a:prstGeom prst="rect">
            <a:avLst/>
          </a:prstGeom>
          <a:solidFill>
            <a:srgbClr val="EEF3FC"/>
          </a:solidFill>
          <a:ln/>
        </p:spPr>
      </p:sp>
      <p:sp>
        <p:nvSpPr>
          <p:cNvPr id="12" name="Text 7">
            <a:extLst>
              <a:ext uri="{FF2B5EF4-FFF2-40B4-BE49-F238E27FC236}">
                <a16:creationId xmlns:a16="http://schemas.microsoft.com/office/drawing/2014/main" id="{78EFCB14-5185-BC86-EAC6-47D4A997B559}"/>
              </a:ext>
            </a:extLst>
          </p:cNvPr>
          <p:cNvSpPr/>
          <p:nvPr/>
        </p:nvSpPr>
        <p:spPr>
          <a:xfrm>
            <a:off x="434340" y="1115843"/>
            <a:ext cx="2286000" cy="502920"/>
          </a:xfrm>
          <a:prstGeom prst="rect">
            <a:avLst/>
          </a:prstGeom>
          <a:noFill/>
          <a:ln/>
        </p:spPr>
        <p:txBody>
          <a:bodyPr wrap="square" rtlCol="0" anchor="ctr"/>
          <a:lstStyle/>
          <a:p>
            <a:pPr marL="0" indent="0">
              <a:buNone/>
            </a:pPr>
            <a:r>
              <a:rPr lang="en-US" sz="1300" b="1" dirty="0">
                <a:solidFill>
                  <a:srgbClr val="1E2761"/>
                </a:solidFill>
                <a:latin typeface="Cambria" pitchFamily="34" charset="0"/>
                <a:ea typeface="Cambria" pitchFamily="34" charset="-122"/>
                <a:cs typeface="Cambria" pitchFamily="34" charset="-120"/>
              </a:rPr>
              <a:t>Confusion</a:t>
            </a:r>
            <a:r>
              <a:rPr lang="en-US" sz="1300" dirty="0"/>
              <a:t> </a:t>
            </a:r>
            <a:r>
              <a:rPr lang="en-US" sz="1300" b="1" dirty="0">
                <a:solidFill>
                  <a:srgbClr val="1E2761"/>
                </a:solidFill>
                <a:latin typeface="Cambria" pitchFamily="34" charset="0"/>
                <a:ea typeface="Cambria" pitchFamily="34" charset="-122"/>
                <a:cs typeface="Cambria" pitchFamily="34" charset="-120"/>
              </a:rPr>
              <a:t>Matrix</a:t>
            </a:r>
            <a:endParaRPr lang="en-US" sz="1300" dirty="0"/>
          </a:p>
        </p:txBody>
      </p:sp>
      <p:sp>
        <p:nvSpPr>
          <p:cNvPr id="14" name="Shape 9">
            <a:extLst>
              <a:ext uri="{FF2B5EF4-FFF2-40B4-BE49-F238E27FC236}">
                <a16:creationId xmlns:a16="http://schemas.microsoft.com/office/drawing/2014/main" id="{2593C4CF-A9FF-DA8A-BC52-34B38B3E6625}"/>
              </a:ext>
            </a:extLst>
          </p:cNvPr>
          <p:cNvSpPr/>
          <p:nvPr/>
        </p:nvSpPr>
        <p:spPr>
          <a:xfrm>
            <a:off x="6483096" y="2750478"/>
            <a:ext cx="5285232" cy="3379734"/>
          </a:xfrm>
          <a:prstGeom prst="rect">
            <a:avLst/>
          </a:prstGeom>
          <a:solidFill>
            <a:srgbClr val="EEF3FC"/>
          </a:solidFill>
          <a:ln/>
        </p:spPr>
      </p:sp>
      <p:sp>
        <p:nvSpPr>
          <p:cNvPr id="15" name="Text 10">
            <a:extLst>
              <a:ext uri="{FF2B5EF4-FFF2-40B4-BE49-F238E27FC236}">
                <a16:creationId xmlns:a16="http://schemas.microsoft.com/office/drawing/2014/main" id="{282F4AC0-9B60-E70A-6C4C-4096CF4A24B3}"/>
              </a:ext>
            </a:extLst>
          </p:cNvPr>
          <p:cNvSpPr/>
          <p:nvPr/>
        </p:nvSpPr>
        <p:spPr>
          <a:xfrm>
            <a:off x="6629400" y="2766154"/>
            <a:ext cx="2286000" cy="365760"/>
          </a:xfrm>
          <a:prstGeom prst="rect">
            <a:avLst/>
          </a:prstGeom>
          <a:noFill/>
          <a:ln/>
        </p:spPr>
        <p:txBody>
          <a:bodyPr wrap="square" rtlCol="0" anchor="ctr"/>
          <a:lstStyle/>
          <a:p>
            <a:pPr marL="0" indent="0">
              <a:buNone/>
            </a:pPr>
            <a:r>
              <a:rPr lang="en-US" sz="1300" b="1" dirty="0">
                <a:solidFill>
                  <a:srgbClr val="1E2761"/>
                </a:solidFill>
                <a:latin typeface="Cambria" pitchFamily="34" charset="0"/>
                <a:ea typeface="Cambria" pitchFamily="34" charset="-122"/>
                <a:cs typeface="Cambria" pitchFamily="34" charset="-120"/>
              </a:rPr>
              <a:t>ROC Curve</a:t>
            </a:r>
            <a:endParaRPr lang="en-US" sz="1300" dirty="0"/>
          </a:p>
        </p:txBody>
      </p:sp>
      <p:sp>
        <p:nvSpPr>
          <p:cNvPr id="17" name="Text 12">
            <a:extLst>
              <a:ext uri="{FF2B5EF4-FFF2-40B4-BE49-F238E27FC236}">
                <a16:creationId xmlns:a16="http://schemas.microsoft.com/office/drawing/2014/main" id="{2CB684EE-4804-3D6A-B4ED-CA46C614CCE7}"/>
              </a:ext>
            </a:extLst>
          </p:cNvPr>
          <p:cNvSpPr/>
          <p:nvPr/>
        </p:nvSpPr>
        <p:spPr>
          <a:xfrm>
            <a:off x="489204" y="6053888"/>
            <a:ext cx="11091672" cy="548640"/>
          </a:xfrm>
          <a:prstGeom prst="rect">
            <a:avLst/>
          </a:prstGeom>
          <a:noFill/>
          <a:ln/>
        </p:spPr>
        <p:txBody>
          <a:bodyPr wrap="square" rtlCol="0" anchor="ctr"/>
          <a:lstStyle/>
          <a:p>
            <a:pPr marL="0" indent="0" algn="ctr">
              <a:buNone/>
            </a:pPr>
            <a:r>
              <a:rPr lang="en-US" sz="1150" i="1" dirty="0">
                <a:solidFill>
                  <a:srgbClr val="8492A6"/>
                </a:solidFill>
                <a:latin typeface="Calibri" pitchFamily="34" charset="0"/>
                <a:ea typeface="Calibri" pitchFamily="34" charset="-122"/>
                <a:cs typeface="Calibri" pitchFamily="34" charset="-120"/>
              </a:rPr>
              <a:t>Note: metrics reflect performance on the held-out test split; class imbalance means precision/recall on the fraudulent class matter as much as overall accuracy.</a:t>
            </a:r>
            <a:endParaRPr lang="en-US" sz="1150" dirty="0"/>
          </a:p>
        </p:txBody>
      </p:sp>
      <p:sp>
        <p:nvSpPr>
          <p:cNvPr id="18" name="Text 13">
            <a:extLst>
              <a:ext uri="{FF2B5EF4-FFF2-40B4-BE49-F238E27FC236}">
                <a16:creationId xmlns:a16="http://schemas.microsoft.com/office/drawing/2014/main" id="{390585F9-49B9-B7AC-2C96-E9667518FD04}"/>
              </a:ext>
            </a:extLst>
          </p:cNvPr>
          <p:cNvSpPr/>
          <p:nvPr/>
        </p:nvSpPr>
        <p:spPr>
          <a:xfrm>
            <a:off x="457200" y="6519672"/>
            <a:ext cx="7315200" cy="274320"/>
          </a:xfrm>
          <a:prstGeom prst="rect">
            <a:avLst/>
          </a:prstGeom>
          <a:noFill/>
          <a:ln/>
        </p:spPr>
        <p:txBody>
          <a:bodyPr wrap="square" rtlCol="0" anchor="ctr"/>
          <a:lstStyle/>
          <a:p>
            <a:pPr marL="0" indent="0" algn="l">
              <a:buNone/>
            </a:pPr>
            <a:r>
              <a:rPr lang="en-US" sz="900" dirty="0">
                <a:solidFill>
                  <a:srgbClr val="8492A6"/>
                </a:solidFill>
                <a:latin typeface="Calibri" pitchFamily="34" charset="0"/>
                <a:ea typeface="Calibri" pitchFamily="34" charset="-122"/>
                <a:cs typeface="Calibri" pitchFamily="34" charset="-120"/>
              </a:rPr>
              <a:t>Fake Job Posting Detection Using Machine Learning</a:t>
            </a:r>
            <a:endParaRPr lang="en-US" sz="900" dirty="0"/>
          </a:p>
        </p:txBody>
      </p:sp>
      <p:sp>
        <p:nvSpPr>
          <p:cNvPr id="19" name="Text 14">
            <a:extLst>
              <a:ext uri="{FF2B5EF4-FFF2-40B4-BE49-F238E27FC236}">
                <a16:creationId xmlns:a16="http://schemas.microsoft.com/office/drawing/2014/main" id="{D6C0C382-E4F6-CE94-6A36-CC5EEC52E047}"/>
              </a:ext>
            </a:extLst>
          </p:cNvPr>
          <p:cNvSpPr/>
          <p:nvPr/>
        </p:nvSpPr>
        <p:spPr>
          <a:xfrm>
            <a:off x="11274552" y="6519672"/>
            <a:ext cx="457200" cy="274320"/>
          </a:xfrm>
          <a:prstGeom prst="rect">
            <a:avLst/>
          </a:prstGeom>
          <a:noFill/>
          <a:ln/>
        </p:spPr>
        <p:txBody>
          <a:bodyPr wrap="square" rtlCol="0" anchor="ctr"/>
          <a:lstStyle/>
          <a:p>
            <a:pPr marL="0" indent="0" algn="r">
              <a:buNone/>
            </a:pPr>
            <a:r>
              <a:rPr lang="en-US" sz="900" dirty="0">
                <a:solidFill>
                  <a:srgbClr val="8492A6"/>
                </a:solidFill>
                <a:latin typeface="Calibri" pitchFamily="34" charset="0"/>
                <a:ea typeface="Calibri" pitchFamily="34" charset="-122"/>
                <a:cs typeface="Calibri" pitchFamily="34" charset="-120"/>
              </a:rPr>
              <a:t>8</a:t>
            </a:r>
            <a:endParaRPr lang="en-US" sz="900" dirty="0"/>
          </a:p>
        </p:txBody>
      </p:sp>
      <p:pic>
        <p:nvPicPr>
          <p:cNvPr id="21" name="Picture 20">
            <a:extLst>
              <a:ext uri="{FF2B5EF4-FFF2-40B4-BE49-F238E27FC236}">
                <a16:creationId xmlns:a16="http://schemas.microsoft.com/office/drawing/2014/main" id="{4153EFCD-2F24-63B9-44DE-E2F323502C55}"/>
              </a:ext>
            </a:extLst>
          </p:cNvPr>
          <p:cNvPicPr>
            <a:picLocks noChangeAspect="1"/>
          </p:cNvPicPr>
          <p:nvPr/>
        </p:nvPicPr>
        <p:blipFill>
          <a:blip r:embed="rId5"/>
          <a:stretch>
            <a:fillRect/>
          </a:stretch>
        </p:blipFill>
        <p:spPr>
          <a:xfrm>
            <a:off x="295656" y="1600195"/>
            <a:ext cx="5852172" cy="4389129"/>
          </a:xfrm>
          <a:prstGeom prst="rect">
            <a:avLst/>
          </a:prstGeom>
        </p:spPr>
      </p:pic>
      <p:pic>
        <p:nvPicPr>
          <p:cNvPr id="22" name="Picture 21">
            <a:extLst>
              <a:ext uri="{FF2B5EF4-FFF2-40B4-BE49-F238E27FC236}">
                <a16:creationId xmlns:a16="http://schemas.microsoft.com/office/drawing/2014/main" id="{60ECD4D7-F81C-0167-7497-F991CF821AB6}"/>
              </a:ext>
            </a:extLst>
          </p:cNvPr>
          <p:cNvPicPr>
            <a:picLocks noChangeAspect="1"/>
          </p:cNvPicPr>
          <p:nvPr/>
        </p:nvPicPr>
        <p:blipFill>
          <a:blip r:embed="rId6"/>
          <a:stretch>
            <a:fillRect/>
          </a:stretch>
        </p:blipFill>
        <p:spPr>
          <a:xfrm>
            <a:off x="6690793" y="3095524"/>
            <a:ext cx="4741822" cy="2880080"/>
          </a:xfrm>
          <a:prstGeom prst="rect">
            <a:avLst/>
          </a:prstGeom>
        </p:spPr>
      </p:pic>
    </p:spTree>
    <p:extLst>
      <p:ext uri="{BB962C8B-B14F-4D97-AF65-F5344CB8AC3E}">
        <p14:creationId xmlns:p14="http://schemas.microsoft.com/office/powerpoint/2010/main" val="64895651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9">
    <p:bg>
      <p:bgPr>
        <a:solidFill>
          <a:srgbClr val="1E2761"/>
        </a:solidFill>
        <a:effectLst/>
      </p:bgPr>
    </p:bg>
    <p:spTree>
      <p:nvGrpSpPr>
        <p:cNvPr id="1" name=""/>
        <p:cNvGrpSpPr/>
        <p:nvPr/>
      </p:nvGrpSpPr>
      <p:grpSpPr>
        <a:xfrm>
          <a:off x="0" y="0"/>
          <a:ext cx="0" cy="0"/>
          <a:chOff x="0" y="0"/>
          <a:chExt cx="0" cy="0"/>
        </a:xfrm>
      </p:grpSpPr>
      <p:sp>
        <p:nvSpPr>
          <p:cNvPr id="2" name="Shape 0"/>
          <p:cNvSpPr/>
          <p:nvPr/>
        </p:nvSpPr>
        <p:spPr>
          <a:xfrm>
            <a:off x="548640" y="411480"/>
            <a:ext cx="502920" cy="502920"/>
          </a:xfrm>
          <a:prstGeom prst="ellipse">
            <a:avLst/>
          </a:prstGeom>
          <a:solidFill>
            <a:srgbClr val="CADCFC"/>
          </a:solidFill>
          <a:ln/>
        </p:spPr>
      </p:sp>
      <p:pic>
        <p:nvPicPr>
          <p:cNvPr id="3" name="Image 0" descr="/home/claude/icons/monitor_navy.png"/>
          <p:cNvPicPr>
            <a:picLocks noChangeAspect="1"/>
          </p:cNvPicPr>
          <p:nvPr/>
        </p:nvPicPr>
        <p:blipFill>
          <a:blip r:embed="rId3"/>
          <a:stretch>
            <a:fillRect/>
          </a:stretch>
        </p:blipFill>
        <p:spPr>
          <a:xfrm>
            <a:off x="679399" y="542239"/>
            <a:ext cx="241402" cy="241402"/>
          </a:xfrm>
          <a:prstGeom prst="rect">
            <a:avLst/>
          </a:prstGeom>
        </p:spPr>
      </p:pic>
      <p:sp>
        <p:nvSpPr>
          <p:cNvPr id="4" name="Text 1"/>
          <p:cNvSpPr/>
          <p:nvPr/>
        </p:nvSpPr>
        <p:spPr>
          <a:xfrm>
            <a:off x="1234440" y="356616"/>
            <a:ext cx="8229600" cy="612648"/>
          </a:xfrm>
          <a:prstGeom prst="rect">
            <a:avLst/>
          </a:prstGeom>
          <a:noFill/>
          <a:ln/>
        </p:spPr>
        <p:txBody>
          <a:bodyPr wrap="square" rtlCol="0" anchor="ctr"/>
          <a:lstStyle/>
          <a:p>
            <a:pPr marL="0" indent="0">
              <a:buNone/>
            </a:pPr>
            <a:r>
              <a:rPr lang="en-US" sz="2600" b="1" dirty="0">
                <a:solidFill>
                  <a:srgbClr val="FFFFFF"/>
                </a:solidFill>
                <a:latin typeface="Cambria" pitchFamily="34" charset="0"/>
                <a:ea typeface="Cambria" pitchFamily="34" charset="-122"/>
                <a:cs typeface="Cambria" pitchFamily="34" charset="-120"/>
              </a:rPr>
              <a:t>System Architecture</a:t>
            </a:r>
            <a:endParaRPr lang="en-US" sz="2600" dirty="0"/>
          </a:p>
        </p:txBody>
      </p:sp>
      <p:sp>
        <p:nvSpPr>
          <p:cNvPr id="5" name="Shape 2"/>
          <p:cNvSpPr/>
          <p:nvPr/>
        </p:nvSpPr>
        <p:spPr>
          <a:xfrm>
            <a:off x="315468" y="2148840"/>
            <a:ext cx="1170432" cy="914400"/>
          </a:xfrm>
          <a:prstGeom prst="roundRect">
            <a:avLst>
              <a:gd name="adj" fmla="val 8000"/>
            </a:avLst>
          </a:prstGeom>
          <a:solidFill>
            <a:srgbClr val="161C4A"/>
          </a:solidFill>
          <a:ln w="9525">
            <a:solidFill>
              <a:srgbClr val="CADCFC"/>
            </a:solidFill>
            <a:prstDash val="solid"/>
          </a:ln>
        </p:spPr>
      </p:sp>
      <p:sp>
        <p:nvSpPr>
          <p:cNvPr id="6" name="Shape 3"/>
          <p:cNvSpPr/>
          <p:nvPr/>
        </p:nvSpPr>
        <p:spPr>
          <a:xfrm>
            <a:off x="708660" y="2258568"/>
            <a:ext cx="384048" cy="384048"/>
          </a:xfrm>
          <a:prstGeom prst="ellipse">
            <a:avLst/>
          </a:prstGeom>
          <a:solidFill>
            <a:srgbClr val="FFFFFF"/>
          </a:solidFill>
          <a:ln/>
        </p:spPr>
      </p:sp>
      <p:pic>
        <p:nvPicPr>
          <p:cNvPr id="7" name="Image 1" descr="/home/claude/icons/users_navy.png"/>
          <p:cNvPicPr>
            <a:picLocks noChangeAspect="1"/>
          </p:cNvPicPr>
          <p:nvPr/>
        </p:nvPicPr>
        <p:blipFill>
          <a:blip r:embed="rId4"/>
          <a:stretch>
            <a:fillRect/>
          </a:stretch>
        </p:blipFill>
        <p:spPr>
          <a:xfrm>
            <a:off x="808512" y="2358420"/>
            <a:ext cx="184343" cy="184343"/>
          </a:xfrm>
          <a:prstGeom prst="rect">
            <a:avLst/>
          </a:prstGeom>
        </p:spPr>
      </p:pic>
      <p:sp>
        <p:nvSpPr>
          <p:cNvPr id="8" name="Text 4"/>
          <p:cNvSpPr/>
          <p:nvPr/>
        </p:nvSpPr>
        <p:spPr>
          <a:xfrm>
            <a:off x="269748" y="2651760"/>
            <a:ext cx="1261872" cy="411480"/>
          </a:xfrm>
          <a:prstGeom prst="rect">
            <a:avLst/>
          </a:prstGeom>
          <a:noFill/>
          <a:ln/>
        </p:spPr>
        <p:txBody>
          <a:bodyPr wrap="square" rtlCol="0" anchor="t"/>
          <a:lstStyle/>
          <a:p>
            <a:pPr marL="0" indent="0" algn="ctr">
              <a:buNone/>
            </a:pPr>
            <a:r>
              <a:rPr lang="en-US" sz="900" b="1" dirty="0">
                <a:solidFill>
                  <a:srgbClr val="FFFFFF"/>
                </a:solidFill>
                <a:latin typeface="Calibri" pitchFamily="34" charset="0"/>
                <a:ea typeface="Calibri" pitchFamily="34" charset="-122"/>
                <a:cs typeface="Calibri" pitchFamily="34" charset="-120"/>
              </a:rPr>
              <a:t>User</a:t>
            </a:r>
            <a:endParaRPr lang="en-US" sz="900" dirty="0"/>
          </a:p>
        </p:txBody>
      </p:sp>
      <p:sp>
        <p:nvSpPr>
          <p:cNvPr id="9" name="Shape 5"/>
          <p:cNvSpPr/>
          <p:nvPr/>
        </p:nvSpPr>
        <p:spPr>
          <a:xfrm>
            <a:off x="1490472" y="2551176"/>
            <a:ext cx="118872" cy="109728"/>
          </a:xfrm>
          <a:prstGeom prst="rightArrow">
            <a:avLst/>
          </a:prstGeom>
          <a:solidFill>
            <a:srgbClr val="CADCFC"/>
          </a:solidFill>
          <a:ln/>
        </p:spPr>
      </p:sp>
      <p:sp>
        <p:nvSpPr>
          <p:cNvPr id="10" name="Shape 6"/>
          <p:cNvSpPr/>
          <p:nvPr/>
        </p:nvSpPr>
        <p:spPr>
          <a:xfrm>
            <a:off x="1613916" y="2148840"/>
            <a:ext cx="1170432" cy="914400"/>
          </a:xfrm>
          <a:prstGeom prst="roundRect">
            <a:avLst>
              <a:gd name="adj" fmla="val 8000"/>
            </a:avLst>
          </a:prstGeom>
          <a:solidFill>
            <a:srgbClr val="161C4A"/>
          </a:solidFill>
          <a:ln w="9525">
            <a:solidFill>
              <a:srgbClr val="CADCFC"/>
            </a:solidFill>
            <a:prstDash val="solid"/>
          </a:ln>
        </p:spPr>
      </p:sp>
      <p:sp>
        <p:nvSpPr>
          <p:cNvPr id="11" name="Shape 7"/>
          <p:cNvSpPr/>
          <p:nvPr/>
        </p:nvSpPr>
        <p:spPr>
          <a:xfrm>
            <a:off x="2007108" y="2258568"/>
            <a:ext cx="384048" cy="384048"/>
          </a:xfrm>
          <a:prstGeom prst="ellipse">
            <a:avLst/>
          </a:prstGeom>
          <a:solidFill>
            <a:srgbClr val="FFFFFF"/>
          </a:solidFill>
          <a:ln/>
        </p:spPr>
      </p:sp>
      <p:pic>
        <p:nvPicPr>
          <p:cNvPr id="12" name="Image 2" descr="/home/claude/icons/monitor_navy.png"/>
          <p:cNvPicPr>
            <a:picLocks noChangeAspect="1"/>
          </p:cNvPicPr>
          <p:nvPr/>
        </p:nvPicPr>
        <p:blipFill>
          <a:blip r:embed="rId3"/>
          <a:stretch>
            <a:fillRect/>
          </a:stretch>
        </p:blipFill>
        <p:spPr>
          <a:xfrm>
            <a:off x="2106960" y="2358420"/>
            <a:ext cx="184343" cy="184343"/>
          </a:xfrm>
          <a:prstGeom prst="rect">
            <a:avLst/>
          </a:prstGeom>
        </p:spPr>
      </p:pic>
      <p:sp>
        <p:nvSpPr>
          <p:cNvPr id="13" name="Text 8"/>
          <p:cNvSpPr/>
          <p:nvPr/>
        </p:nvSpPr>
        <p:spPr>
          <a:xfrm>
            <a:off x="1568196" y="2651760"/>
            <a:ext cx="1261872" cy="411480"/>
          </a:xfrm>
          <a:prstGeom prst="rect">
            <a:avLst/>
          </a:prstGeom>
          <a:noFill/>
          <a:ln/>
        </p:spPr>
        <p:txBody>
          <a:bodyPr wrap="square" rtlCol="0" anchor="t"/>
          <a:lstStyle/>
          <a:p>
            <a:pPr marL="0" indent="0" algn="ctr">
              <a:buNone/>
            </a:pPr>
            <a:r>
              <a:rPr lang="en-US" sz="900" b="1" dirty="0">
                <a:solidFill>
                  <a:srgbClr val="FFFFFF"/>
                </a:solidFill>
                <a:latin typeface="Calibri" pitchFamily="34" charset="0"/>
                <a:ea typeface="Calibri" pitchFamily="34" charset="-122"/>
                <a:cs typeface="Calibri" pitchFamily="34" charset="-120"/>
              </a:rPr>
              <a:t>Streamlit UI</a:t>
            </a:r>
            <a:endParaRPr lang="en-US" sz="900" dirty="0"/>
          </a:p>
        </p:txBody>
      </p:sp>
      <p:sp>
        <p:nvSpPr>
          <p:cNvPr id="14" name="Shape 9"/>
          <p:cNvSpPr/>
          <p:nvPr/>
        </p:nvSpPr>
        <p:spPr>
          <a:xfrm>
            <a:off x="2788920" y="2551176"/>
            <a:ext cx="118872" cy="109728"/>
          </a:xfrm>
          <a:prstGeom prst="rightArrow">
            <a:avLst/>
          </a:prstGeom>
          <a:solidFill>
            <a:srgbClr val="CADCFC"/>
          </a:solidFill>
          <a:ln/>
        </p:spPr>
      </p:sp>
      <p:sp>
        <p:nvSpPr>
          <p:cNvPr id="15" name="Shape 10"/>
          <p:cNvSpPr/>
          <p:nvPr/>
        </p:nvSpPr>
        <p:spPr>
          <a:xfrm>
            <a:off x="2912364" y="2148840"/>
            <a:ext cx="1170432" cy="914400"/>
          </a:xfrm>
          <a:prstGeom prst="roundRect">
            <a:avLst>
              <a:gd name="adj" fmla="val 8000"/>
            </a:avLst>
          </a:prstGeom>
          <a:solidFill>
            <a:srgbClr val="161C4A"/>
          </a:solidFill>
          <a:ln w="9525">
            <a:solidFill>
              <a:srgbClr val="CADCFC"/>
            </a:solidFill>
            <a:prstDash val="solid"/>
          </a:ln>
        </p:spPr>
      </p:sp>
      <p:sp>
        <p:nvSpPr>
          <p:cNvPr id="16" name="Shape 11"/>
          <p:cNvSpPr/>
          <p:nvPr/>
        </p:nvSpPr>
        <p:spPr>
          <a:xfrm>
            <a:off x="3305556" y="2258568"/>
            <a:ext cx="384048" cy="384048"/>
          </a:xfrm>
          <a:prstGeom prst="ellipse">
            <a:avLst/>
          </a:prstGeom>
          <a:solidFill>
            <a:srgbClr val="FFFFFF"/>
          </a:solidFill>
          <a:ln/>
        </p:spPr>
      </p:sp>
      <p:pic>
        <p:nvPicPr>
          <p:cNvPr id="17" name="Image 3" descr="/home/claude/icons/filter_navy.png"/>
          <p:cNvPicPr>
            <a:picLocks noChangeAspect="1"/>
          </p:cNvPicPr>
          <p:nvPr/>
        </p:nvPicPr>
        <p:blipFill>
          <a:blip r:embed="rId5"/>
          <a:stretch>
            <a:fillRect/>
          </a:stretch>
        </p:blipFill>
        <p:spPr>
          <a:xfrm>
            <a:off x="3405408" y="2358420"/>
            <a:ext cx="184343" cy="184343"/>
          </a:xfrm>
          <a:prstGeom prst="rect">
            <a:avLst/>
          </a:prstGeom>
        </p:spPr>
      </p:pic>
      <p:sp>
        <p:nvSpPr>
          <p:cNvPr id="18" name="Text 12"/>
          <p:cNvSpPr/>
          <p:nvPr/>
        </p:nvSpPr>
        <p:spPr>
          <a:xfrm>
            <a:off x="2866644" y="2651760"/>
            <a:ext cx="1261872" cy="411480"/>
          </a:xfrm>
          <a:prstGeom prst="rect">
            <a:avLst/>
          </a:prstGeom>
          <a:noFill/>
          <a:ln/>
        </p:spPr>
        <p:txBody>
          <a:bodyPr wrap="square" rtlCol="0" anchor="t"/>
          <a:lstStyle/>
          <a:p>
            <a:pPr marL="0" indent="0" algn="ctr">
              <a:buNone/>
            </a:pPr>
            <a:r>
              <a:rPr lang="en-US" sz="900" b="1" dirty="0">
                <a:solidFill>
                  <a:srgbClr val="FFFFFF"/>
                </a:solidFill>
                <a:latin typeface="Calibri" pitchFamily="34" charset="0"/>
                <a:ea typeface="Calibri" pitchFamily="34" charset="-122"/>
                <a:cs typeface="Calibri" pitchFamily="34" charset="-120"/>
              </a:rPr>
              <a:t>Input</a:t>
            </a:r>
            <a:endParaRPr lang="en-US" sz="900" dirty="0"/>
          </a:p>
          <a:p>
            <a:pPr marL="0" indent="0" algn="ctr">
              <a:buNone/>
            </a:pPr>
            <a:r>
              <a:rPr lang="en-US" sz="900" b="1" dirty="0">
                <a:solidFill>
                  <a:srgbClr val="FFFFFF"/>
                </a:solidFill>
                <a:latin typeface="Calibri" pitchFamily="34" charset="0"/>
                <a:ea typeface="Calibri" pitchFamily="34" charset="-122"/>
                <a:cs typeface="Calibri" pitchFamily="34" charset="-120"/>
              </a:rPr>
              <a:t>Processing</a:t>
            </a:r>
            <a:endParaRPr lang="en-US" sz="900" dirty="0"/>
          </a:p>
        </p:txBody>
      </p:sp>
      <p:sp>
        <p:nvSpPr>
          <p:cNvPr id="19" name="Shape 13"/>
          <p:cNvSpPr/>
          <p:nvPr/>
        </p:nvSpPr>
        <p:spPr>
          <a:xfrm>
            <a:off x="4087368" y="2551176"/>
            <a:ext cx="118872" cy="109728"/>
          </a:xfrm>
          <a:prstGeom prst="rightArrow">
            <a:avLst/>
          </a:prstGeom>
          <a:solidFill>
            <a:srgbClr val="CADCFC"/>
          </a:solidFill>
          <a:ln/>
        </p:spPr>
      </p:sp>
      <p:sp>
        <p:nvSpPr>
          <p:cNvPr id="20" name="Shape 14"/>
          <p:cNvSpPr/>
          <p:nvPr/>
        </p:nvSpPr>
        <p:spPr>
          <a:xfrm>
            <a:off x="4210812" y="2148840"/>
            <a:ext cx="1170432" cy="914400"/>
          </a:xfrm>
          <a:prstGeom prst="roundRect">
            <a:avLst>
              <a:gd name="adj" fmla="val 8000"/>
            </a:avLst>
          </a:prstGeom>
          <a:solidFill>
            <a:srgbClr val="161C4A"/>
          </a:solidFill>
          <a:ln w="9525">
            <a:solidFill>
              <a:srgbClr val="CADCFC"/>
            </a:solidFill>
            <a:prstDash val="solid"/>
          </a:ln>
        </p:spPr>
      </p:sp>
      <p:sp>
        <p:nvSpPr>
          <p:cNvPr id="21" name="Shape 15"/>
          <p:cNvSpPr/>
          <p:nvPr/>
        </p:nvSpPr>
        <p:spPr>
          <a:xfrm>
            <a:off x="4604004" y="2258568"/>
            <a:ext cx="384048" cy="384048"/>
          </a:xfrm>
          <a:prstGeom prst="ellipse">
            <a:avLst/>
          </a:prstGeom>
          <a:solidFill>
            <a:srgbClr val="FFFFFF"/>
          </a:solidFill>
          <a:ln/>
        </p:spPr>
      </p:sp>
      <p:pic>
        <p:nvPicPr>
          <p:cNvPr id="22" name="Image 4" descr="/home/claude/icons/messagesquare_navy.png"/>
          <p:cNvPicPr>
            <a:picLocks noChangeAspect="1"/>
          </p:cNvPicPr>
          <p:nvPr/>
        </p:nvPicPr>
        <p:blipFill>
          <a:blip r:embed="rId6"/>
          <a:stretch>
            <a:fillRect/>
          </a:stretch>
        </p:blipFill>
        <p:spPr>
          <a:xfrm>
            <a:off x="4703856" y="2358420"/>
            <a:ext cx="184343" cy="184343"/>
          </a:xfrm>
          <a:prstGeom prst="rect">
            <a:avLst/>
          </a:prstGeom>
        </p:spPr>
      </p:pic>
      <p:sp>
        <p:nvSpPr>
          <p:cNvPr id="23" name="Text 16"/>
          <p:cNvSpPr/>
          <p:nvPr/>
        </p:nvSpPr>
        <p:spPr>
          <a:xfrm>
            <a:off x="4165092" y="2651760"/>
            <a:ext cx="1261872" cy="411480"/>
          </a:xfrm>
          <a:prstGeom prst="rect">
            <a:avLst/>
          </a:prstGeom>
          <a:noFill/>
          <a:ln/>
        </p:spPr>
        <p:txBody>
          <a:bodyPr wrap="square" rtlCol="0" anchor="t"/>
          <a:lstStyle/>
          <a:p>
            <a:pPr marL="0" indent="0" algn="ctr">
              <a:buNone/>
            </a:pPr>
            <a:r>
              <a:rPr lang="en-US" sz="900" b="1" dirty="0">
                <a:solidFill>
                  <a:srgbClr val="FFFFFF"/>
                </a:solidFill>
                <a:latin typeface="Calibri" pitchFamily="34" charset="0"/>
                <a:ea typeface="Calibri" pitchFamily="34" charset="-122"/>
                <a:cs typeface="Calibri" pitchFamily="34" charset="-120"/>
              </a:rPr>
              <a:t>NLP</a:t>
            </a:r>
            <a:endParaRPr lang="en-US" sz="900" dirty="0"/>
          </a:p>
          <a:p>
            <a:pPr marL="0" indent="0" algn="ctr">
              <a:buNone/>
            </a:pPr>
            <a:r>
              <a:rPr lang="en-US" sz="900" b="1" dirty="0">
                <a:solidFill>
                  <a:srgbClr val="FFFFFF"/>
                </a:solidFill>
                <a:latin typeface="Calibri" pitchFamily="34" charset="0"/>
                <a:ea typeface="Calibri" pitchFamily="34" charset="-122"/>
                <a:cs typeface="Calibri" pitchFamily="34" charset="-120"/>
              </a:rPr>
              <a:t>Preprocessing</a:t>
            </a:r>
            <a:endParaRPr lang="en-US" sz="900" dirty="0"/>
          </a:p>
        </p:txBody>
      </p:sp>
      <p:sp>
        <p:nvSpPr>
          <p:cNvPr id="24" name="Shape 17"/>
          <p:cNvSpPr/>
          <p:nvPr/>
        </p:nvSpPr>
        <p:spPr>
          <a:xfrm>
            <a:off x="5385816" y="2551176"/>
            <a:ext cx="118872" cy="109728"/>
          </a:xfrm>
          <a:prstGeom prst="rightArrow">
            <a:avLst/>
          </a:prstGeom>
          <a:solidFill>
            <a:srgbClr val="CADCFC"/>
          </a:solidFill>
          <a:ln/>
        </p:spPr>
      </p:sp>
      <p:sp>
        <p:nvSpPr>
          <p:cNvPr id="25" name="Shape 18"/>
          <p:cNvSpPr/>
          <p:nvPr/>
        </p:nvSpPr>
        <p:spPr>
          <a:xfrm>
            <a:off x="5509260" y="2148840"/>
            <a:ext cx="1170432" cy="914400"/>
          </a:xfrm>
          <a:prstGeom prst="roundRect">
            <a:avLst>
              <a:gd name="adj" fmla="val 8000"/>
            </a:avLst>
          </a:prstGeom>
          <a:solidFill>
            <a:srgbClr val="161C4A"/>
          </a:solidFill>
          <a:ln w="9525">
            <a:solidFill>
              <a:srgbClr val="CADCFC"/>
            </a:solidFill>
            <a:prstDash val="solid"/>
          </a:ln>
        </p:spPr>
      </p:sp>
      <p:sp>
        <p:nvSpPr>
          <p:cNvPr id="26" name="Shape 19"/>
          <p:cNvSpPr/>
          <p:nvPr/>
        </p:nvSpPr>
        <p:spPr>
          <a:xfrm>
            <a:off x="5902452" y="2258568"/>
            <a:ext cx="384048" cy="384048"/>
          </a:xfrm>
          <a:prstGeom prst="ellipse">
            <a:avLst/>
          </a:prstGeom>
          <a:solidFill>
            <a:srgbClr val="FFFFFF"/>
          </a:solidFill>
          <a:ln/>
        </p:spPr>
      </p:sp>
      <p:pic>
        <p:nvPicPr>
          <p:cNvPr id="27" name="Image 5" descr="/home/claude/icons/layers_navy.png"/>
          <p:cNvPicPr>
            <a:picLocks noChangeAspect="1"/>
          </p:cNvPicPr>
          <p:nvPr/>
        </p:nvPicPr>
        <p:blipFill>
          <a:blip r:embed="rId7"/>
          <a:stretch>
            <a:fillRect/>
          </a:stretch>
        </p:blipFill>
        <p:spPr>
          <a:xfrm>
            <a:off x="6002304" y="2358420"/>
            <a:ext cx="184343" cy="184343"/>
          </a:xfrm>
          <a:prstGeom prst="rect">
            <a:avLst/>
          </a:prstGeom>
        </p:spPr>
      </p:pic>
      <p:sp>
        <p:nvSpPr>
          <p:cNvPr id="28" name="Text 20"/>
          <p:cNvSpPr/>
          <p:nvPr/>
        </p:nvSpPr>
        <p:spPr>
          <a:xfrm>
            <a:off x="5463540" y="2651760"/>
            <a:ext cx="1261872" cy="411480"/>
          </a:xfrm>
          <a:prstGeom prst="rect">
            <a:avLst/>
          </a:prstGeom>
          <a:noFill/>
          <a:ln/>
        </p:spPr>
        <p:txBody>
          <a:bodyPr wrap="square" rtlCol="0" anchor="t"/>
          <a:lstStyle/>
          <a:p>
            <a:pPr marL="0" indent="0" algn="ctr">
              <a:buNone/>
            </a:pPr>
            <a:r>
              <a:rPr lang="en-US" sz="900" b="1" dirty="0">
                <a:solidFill>
                  <a:srgbClr val="FFFFFF"/>
                </a:solidFill>
                <a:latin typeface="Calibri" pitchFamily="34" charset="0"/>
                <a:ea typeface="Calibri" pitchFamily="34" charset="-122"/>
                <a:cs typeface="Calibri" pitchFamily="34" charset="-120"/>
              </a:rPr>
              <a:t>TF-IDF</a:t>
            </a:r>
            <a:endParaRPr lang="en-US" sz="900" dirty="0"/>
          </a:p>
          <a:p>
            <a:pPr marL="0" indent="0" algn="ctr">
              <a:buNone/>
            </a:pPr>
            <a:r>
              <a:rPr lang="en-US" sz="900" b="1" dirty="0">
                <a:solidFill>
                  <a:srgbClr val="FFFFFF"/>
                </a:solidFill>
                <a:latin typeface="Calibri" pitchFamily="34" charset="0"/>
                <a:ea typeface="Calibri" pitchFamily="34" charset="-122"/>
                <a:cs typeface="Calibri" pitchFamily="34" charset="-120"/>
              </a:rPr>
              <a:t>Vectorizer</a:t>
            </a:r>
            <a:endParaRPr lang="en-US" sz="900" dirty="0"/>
          </a:p>
        </p:txBody>
      </p:sp>
      <p:sp>
        <p:nvSpPr>
          <p:cNvPr id="29" name="Shape 21"/>
          <p:cNvSpPr/>
          <p:nvPr/>
        </p:nvSpPr>
        <p:spPr>
          <a:xfrm>
            <a:off x="6684264" y="2551176"/>
            <a:ext cx="118872" cy="109728"/>
          </a:xfrm>
          <a:prstGeom prst="rightArrow">
            <a:avLst/>
          </a:prstGeom>
          <a:solidFill>
            <a:srgbClr val="CADCFC"/>
          </a:solidFill>
          <a:ln/>
        </p:spPr>
      </p:sp>
      <p:sp>
        <p:nvSpPr>
          <p:cNvPr id="30" name="Shape 22"/>
          <p:cNvSpPr/>
          <p:nvPr/>
        </p:nvSpPr>
        <p:spPr>
          <a:xfrm>
            <a:off x="6807708" y="2148840"/>
            <a:ext cx="1170432" cy="914400"/>
          </a:xfrm>
          <a:prstGeom prst="roundRect">
            <a:avLst>
              <a:gd name="adj" fmla="val 8000"/>
            </a:avLst>
          </a:prstGeom>
          <a:solidFill>
            <a:srgbClr val="161C4A"/>
          </a:solidFill>
          <a:ln w="9525">
            <a:solidFill>
              <a:srgbClr val="CADCFC"/>
            </a:solidFill>
            <a:prstDash val="solid"/>
          </a:ln>
        </p:spPr>
      </p:sp>
      <p:sp>
        <p:nvSpPr>
          <p:cNvPr id="31" name="Shape 23"/>
          <p:cNvSpPr/>
          <p:nvPr/>
        </p:nvSpPr>
        <p:spPr>
          <a:xfrm>
            <a:off x="7200900" y="2258568"/>
            <a:ext cx="384048" cy="384048"/>
          </a:xfrm>
          <a:prstGeom prst="ellipse">
            <a:avLst/>
          </a:prstGeom>
          <a:solidFill>
            <a:srgbClr val="FFFFFF"/>
          </a:solidFill>
          <a:ln/>
        </p:spPr>
      </p:sp>
      <p:pic>
        <p:nvPicPr>
          <p:cNvPr id="32" name="Image 6" descr="/home/claude/icons/cpu_navy.png"/>
          <p:cNvPicPr>
            <a:picLocks noChangeAspect="1"/>
          </p:cNvPicPr>
          <p:nvPr/>
        </p:nvPicPr>
        <p:blipFill>
          <a:blip r:embed="rId8"/>
          <a:stretch>
            <a:fillRect/>
          </a:stretch>
        </p:blipFill>
        <p:spPr>
          <a:xfrm>
            <a:off x="7300752" y="2358420"/>
            <a:ext cx="184343" cy="184343"/>
          </a:xfrm>
          <a:prstGeom prst="rect">
            <a:avLst/>
          </a:prstGeom>
        </p:spPr>
      </p:pic>
      <p:sp>
        <p:nvSpPr>
          <p:cNvPr id="33" name="Text 24"/>
          <p:cNvSpPr/>
          <p:nvPr/>
        </p:nvSpPr>
        <p:spPr>
          <a:xfrm>
            <a:off x="6761988" y="2651760"/>
            <a:ext cx="1261872" cy="411480"/>
          </a:xfrm>
          <a:prstGeom prst="rect">
            <a:avLst/>
          </a:prstGeom>
          <a:noFill/>
          <a:ln/>
        </p:spPr>
        <p:txBody>
          <a:bodyPr wrap="square" rtlCol="0" anchor="t"/>
          <a:lstStyle/>
          <a:p>
            <a:pPr marL="0" indent="0" algn="ctr">
              <a:buNone/>
            </a:pPr>
            <a:r>
              <a:rPr lang="en-US" sz="900" b="1" dirty="0">
                <a:solidFill>
                  <a:srgbClr val="FFFFFF"/>
                </a:solidFill>
                <a:latin typeface="Calibri" pitchFamily="34" charset="0"/>
                <a:ea typeface="Calibri" pitchFamily="34" charset="-122"/>
                <a:cs typeface="Calibri" pitchFamily="34" charset="-120"/>
              </a:rPr>
              <a:t>Linear SVM</a:t>
            </a:r>
            <a:endParaRPr lang="en-US" sz="900" dirty="0"/>
          </a:p>
          <a:p>
            <a:pPr marL="0" indent="0" algn="ctr">
              <a:buNone/>
            </a:pPr>
            <a:r>
              <a:rPr lang="en-US" sz="900" b="1" dirty="0">
                <a:solidFill>
                  <a:srgbClr val="FFFFFF"/>
                </a:solidFill>
                <a:latin typeface="Calibri" pitchFamily="34" charset="0"/>
                <a:ea typeface="Calibri" pitchFamily="34" charset="-122"/>
                <a:cs typeface="Calibri" pitchFamily="34" charset="-120"/>
              </a:rPr>
              <a:t>Model</a:t>
            </a:r>
            <a:endParaRPr lang="en-US" sz="900" dirty="0"/>
          </a:p>
        </p:txBody>
      </p:sp>
      <p:sp>
        <p:nvSpPr>
          <p:cNvPr id="34" name="Shape 25"/>
          <p:cNvSpPr/>
          <p:nvPr/>
        </p:nvSpPr>
        <p:spPr>
          <a:xfrm>
            <a:off x="7982712" y="2551176"/>
            <a:ext cx="118872" cy="109728"/>
          </a:xfrm>
          <a:prstGeom prst="rightArrow">
            <a:avLst/>
          </a:prstGeom>
          <a:solidFill>
            <a:srgbClr val="CADCFC"/>
          </a:solidFill>
          <a:ln/>
        </p:spPr>
      </p:sp>
      <p:sp>
        <p:nvSpPr>
          <p:cNvPr id="35" name="Shape 26"/>
          <p:cNvSpPr/>
          <p:nvPr/>
        </p:nvSpPr>
        <p:spPr>
          <a:xfrm>
            <a:off x="8106156" y="2148840"/>
            <a:ext cx="1170432" cy="914400"/>
          </a:xfrm>
          <a:prstGeom prst="roundRect">
            <a:avLst>
              <a:gd name="adj" fmla="val 8000"/>
            </a:avLst>
          </a:prstGeom>
          <a:solidFill>
            <a:srgbClr val="161C4A"/>
          </a:solidFill>
          <a:ln w="9525">
            <a:solidFill>
              <a:srgbClr val="CADCFC"/>
            </a:solidFill>
            <a:prstDash val="solid"/>
          </a:ln>
        </p:spPr>
      </p:sp>
      <p:sp>
        <p:nvSpPr>
          <p:cNvPr id="36" name="Shape 27"/>
          <p:cNvSpPr/>
          <p:nvPr/>
        </p:nvSpPr>
        <p:spPr>
          <a:xfrm>
            <a:off x="8499348" y="2258568"/>
            <a:ext cx="384048" cy="384048"/>
          </a:xfrm>
          <a:prstGeom prst="ellipse">
            <a:avLst/>
          </a:prstGeom>
          <a:solidFill>
            <a:srgbClr val="FFFFFF"/>
          </a:solidFill>
          <a:ln/>
        </p:spPr>
      </p:sp>
      <p:pic>
        <p:nvPicPr>
          <p:cNvPr id="37" name="Image 7" descr="/home/claude/icons/target_navy.png"/>
          <p:cNvPicPr>
            <a:picLocks noChangeAspect="1"/>
          </p:cNvPicPr>
          <p:nvPr/>
        </p:nvPicPr>
        <p:blipFill>
          <a:blip r:embed="rId9"/>
          <a:stretch>
            <a:fillRect/>
          </a:stretch>
        </p:blipFill>
        <p:spPr>
          <a:xfrm>
            <a:off x="8599200" y="2358420"/>
            <a:ext cx="184343" cy="184343"/>
          </a:xfrm>
          <a:prstGeom prst="rect">
            <a:avLst/>
          </a:prstGeom>
        </p:spPr>
      </p:pic>
      <p:sp>
        <p:nvSpPr>
          <p:cNvPr id="38" name="Text 28"/>
          <p:cNvSpPr/>
          <p:nvPr/>
        </p:nvSpPr>
        <p:spPr>
          <a:xfrm>
            <a:off x="8060436" y="2651760"/>
            <a:ext cx="1261872" cy="411480"/>
          </a:xfrm>
          <a:prstGeom prst="rect">
            <a:avLst/>
          </a:prstGeom>
          <a:noFill/>
          <a:ln/>
        </p:spPr>
        <p:txBody>
          <a:bodyPr wrap="square" rtlCol="0" anchor="t"/>
          <a:lstStyle/>
          <a:p>
            <a:pPr marL="0" indent="0" algn="ctr">
              <a:buNone/>
            </a:pPr>
            <a:r>
              <a:rPr lang="en-US" sz="900" b="1" dirty="0">
                <a:solidFill>
                  <a:srgbClr val="FFFFFF"/>
                </a:solidFill>
                <a:latin typeface="Calibri" pitchFamily="34" charset="0"/>
                <a:ea typeface="Calibri" pitchFamily="34" charset="-122"/>
                <a:cs typeface="Calibri" pitchFamily="34" charset="-120"/>
              </a:rPr>
              <a:t>Prediction</a:t>
            </a:r>
            <a:endParaRPr lang="en-US" sz="900" dirty="0"/>
          </a:p>
        </p:txBody>
      </p:sp>
      <p:sp>
        <p:nvSpPr>
          <p:cNvPr id="39" name="Shape 29"/>
          <p:cNvSpPr/>
          <p:nvPr/>
        </p:nvSpPr>
        <p:spPr>
          <a:xfrm>
            <a:off x="9281160" y="2551176"/>
            <a:ext cx="118872" cy="109728"/>
          </a:xfrm>
          <a:prstGeom prst="rightArrow">
            <a:avLst/>
          </a:prstGeom>
          <a:solidFill>
            <a:srgbClr val="CADCFC"/>
          </a:solidFill>
          <a:ln/>
        </p:spPr>
      </p:sp>
      <p:sp>
        <p:nvSpPr>
          <p:cNvPr id="40" name="Shape 30"/>
          <p:cNvSpPr/>
          <p:nvPr/>
        </p:nvSpPr>
        <p:spPr>
          <a:xfrm>
            <a:off x="9404604" y="2148840"/>
            <a:ext cx="1170432" cy="914400"/>
          </a:xfrm>
          <a:prstGeom prst="roundRect">
            <a:avLst>
              <a:gd name="adj" fmla="val 8000"/>
            </a:avLst>
          </a:prstGeom>
          <a:solidFill>
            <a:srgbClr val="161C4A"/>
          </a:solidFill>
          <a:ln w="9525">
            <a:solidFill>
              <a:srgbClr val="CADCFC"/>
            </a:solidFill>
            <a:prstDash val="solid"/>
          </a:ln>
        </p:spPr>
      </p:sp>
      <p:sp>
        <p:nvSpPr>
          <p:cNvPr id="41" name="Shape 31"/>
          <p:cNvSpPr/>
          <p:nvPr/>
        </p:nvSpPr>
        <p:spPr>
          <a:xfrm>
            <a:off x="9797796" y="2258568"/>
            <a:ext cx="384048" cy="384048"/>
          </a:xfrm>
          <a:prstGeom prst="ellipse">
            <a:avLst/>
          </a:prstGeom>
          <a:solidFill>
            <a:srgbClr val="FFFFFF"/>
          </a:solidFill>
          <a:ln/>
        </p:spPr>
      </p:sp>
      <p:pic>
        <p:nvPicPr>
          <p:cNvPr id="42" name="Image 8" descr="/home/claude/icons/zap_navy.png"/>
          <p:cNvPicPr>
            <a:picLocks noChangeAspect="1"/>
          </p:cNvPicPr>
          <p:nvPr/>
        </p:nvPicPr>
        <p:blipFill>
          <a:blip r:embed="rId10"/>
          <a:stretch>
            <a:fillRect/>
          </a:stretch>
        </p:blipFill>
        <p:spPr>
          <a:xfrm>
            <a:off x="9897648" y="2358420"/>
            <a:ext cx="184343" cy="184343"/>
          </a:xfrm>
          <a:prstGeom prst="rect">
            <a:avLst/>
          </a:prstGeom>
        </p:spPr>
      </p:pic>
      <p:sp>
        <p:nvSpPr>
          <p:cNvPr id="43" name="Text 32"/>
          <p:cNvSpPr/>
          <p:nvPr/>
        </p:nvSpPr>
        <p:spPr>
          <a:xfrm>
            <a:off x="9358884" y="2651760"/>
            <a:ext cx="1261872" cy="411480"/>
          </a:xfrm>
          <a:prstGeom prst="rect">
            <a:avLst/>
          </a:prstGeom>
          <a:noFill/>
          <a:ln/>
        </p:spPr>
        <p:txBody>
          <a:bodyPr wrap="square" rtlCol="0" anchor="t"/>
          <a:lstStyle/>
          <a:p>
            <a:pPr marL="0" indent="0" algn="ctr">
              <a:buNone/>
            </a:pPr>
            <a:r>
              <a:rPr lang="en-US" sz="900" b="1" dirty="0">
                <a:solidFill>
                  <a:srgbClr val="FFFFFF"/>
                </a:solidFill>
                <a:latin typeface="Calibri" pitchFamily="34" charset="0"/>
                <a:ea typeface="Calibri" pitchFamily="34" charset="-122"/>
                <a:cs typeface="Calibri" pitchFamily="34" charset="-120"/>
              </a:rPr>
              <a:t>AI Insights</a:t>
            </a:r>
            <a:endParaRPr lang="en-US" sz="900" dirty="0"/>
          </a:p>
        </p:txBody>
      </p:sp>
      <p:sp>
        <p:nvSpPr>
          <p:cNvPr id="44" name="Shape 33"/>
          <p:cNvSpPr/>
          <p:nvPr/>
        </p:nvSpPr>
        <p:spPr>
          <a:xfrm>
            <a:off x="10579608" y="2551176"/>
            <a:ext cx="118872" cy="109728"/>
          </a:xfrm>
          <a:prstGeom prst="rightArrow">
            <a:avLst/>
          </a:prstGeom>
          <a:solidFill>
            <a:srgbClr val="CADCFC"/>
          </a:solidFill>
          <a:ln/>
        </p:spPr>
      </p:sp>
      <p:sp>
        <p:nvSpPr>
          <p:cNvPr id="45" name="Shape 34"/>
          <p:cNvSpPr/>
          <p:nvPr/>
        </p:nvSpPr>
        <p:spPr>
          <a:xfrm>
            <a:off x="10703052" y="2148840"/>
            <a:ext cx="1170432" cy="914400"/>
          </a:xfrm>
          <a:prstGeom prst="roundRect">
            <a:avLst>
              <a:gd name="adj" fmla="val 8000"/>
            </a:avLst>
          </a:prstGeom>
          <a:solidFill>
            <a:srgbClr val="B0342A"/>
          </a:solidFill>
          <a:ln w="9525">
            <a:solidFill>
              <a:srgbClr val="CADCFC"/>
            </a:solidFill>
            <a:prstDash val="solid"/>
          </a:ln>
        </p:spPr>
      </p:sp>
      <p:sp>
        <p:nvSpPr>
          <p:cNvPr id="46" name="Shape 35"/>
          <p:cNvSpPr/>
          <p:nvPr/>
        </p:nvSpPr>
        <p:spPr>
          <a:xfrm>
            <a:off x="11096244" y="2258568"/>
            <a:ext cx="384048" cy="384048"/>
          </a:xfrm>
          <a:prstGeom prst="ellipse">
            <a:avLst/>
          </a:prstGeom>
          <a:solidFill>
            <a:srgbClr val="FFFFFF"/>
          </a:solidFill>
          <a:ln/>
        </p:spPr>
      </p:sp>
      <p:pic>
        <p:nvPicPr>
          <p:cNvPr id="47" name="Image 9" descr="/home/claude/icons/filetext_red.png"/>
          <p:cNvPicPr>
            <a:picLocks noChangeAspect="1"/>
          </p:cNvPicPr>
          <p:nvPr/>
        </p:nvPicPr>
        <p:blipFill>
          <a:blip r:embed="rId11"/>
          <a:stretch>
            <a:fillRect/>
          </a:stretch>
        </p:blipFill>
        <p:spPr>
          <a:xfrm>
            <a:off x="11196096" y="2358420"/>
            <a:ext cx="184343" cy="184343"/>
          </a:xfrm>
          <a:prstGeom prst="rect">
            <a:avLst/>
          </a:prstGeom>
        </p:spPr>
      </p:pic>
      <p:sp>
        <p:nvSpPr>
          <p:cNvPr id="48" name="Text 36"/>
          <p:cNvSpPr/>
          <p:nvPr/>
        </p:nvSpPr>
        <p:spPr>
          <a:xfrm>
            <a:off x="10657332" y="2651760"/>
            <a:ext cx="1261872" cy="411480"/>
          </a:xfrm>
          <a:prstGeom prst="rect">
            <a:avLst/>
          </a:prstGeom>
          <a:noFill/>
          <a:ln/>
        </p:spPr>
        <p:txBody>
          <a:bodyPr wrap="square" rtlCol="0" anchor="t"/>
          <a:lstStyle/>
          <a:p>
            <a:pPr marL="0" indent="0" algn="ctr">
              <a:buNone/>
            </a:pPr>
            <a:r>
              <a:rPr lang="en-US" sz="900" b="1" dirty="0">
                <a:solidFill>
                  <a:srgbClr val="FFFFFF"/>
                </a:solidFill>
                <a:latin typeface="Calibri" pitchFamily="34" charset="0"/>
                <a:ea typeface="Calibri" pitchFamily="34" charset="-122"/>
                <a:cs typeface="Calibri" pitchFamily="34" charset="-120"/>
              </a:rPr>
              <a:t>PDF Report</a:t>
            </a:r>
            <a:endParaRPr lang="en-US" sz="900" dirty="0"/>
          </a:p>
        </p:txBody>
      </p:sp>
      <p:sp>
        <p:nvSpPr>
          <p:cNvPr id="49" name="Shape 37"/>
          <p:cNvSpPr/>
          <p:nvPr/>
        </p:nvSpPr>
        <p:spPr>
          <a:xfrm>
            <a:off x="1097280" y="3749040"/>
            <a:ext cx="9994392" cy="2331720"/>
          </a:xfrm>
          <a:prstGeom prst="rect">
            <a:avLst/>
          </a:prstGeom>
          <a:solidFill>
            <a:srgbClr val="161C4A"/>
          </a:solidFill>
          <a:ln/>
        </p:spPr>
      </p:sp>
      <p:sp>
        <p:nvSpPr>
          <p:cNvPr id="50" name="Text 38"/>
          <p:cNvSpPr/>
          <p:nvPr/>
        </p:nvSpPr>
        <p:spPr>
          <a:xfrm>
            <a:off x="1463040" y="3950208"/>
            <a:ext cx="2315718" cy="320040"/>
          </a:xfrm>
          <a:prstGeom prst="rect">
            <a:avLst/>
          </a:prstGeom>
          <a:noFill/>
          <a:ln/>
        </p:spPr>
        <p:txBody>
          <a:bodyPr wrap="square" rtlCol="0" anchor="ctr"/>
          <a:lstStyle/>
          <a:p>
            <a:pPr marL="0" indent="0">
              <a:buNone/>
            </a:pPr>
            <a:r>
              <a:rPr lang="en-US" sz="1300" b="1" dirty="0">
                <a:solidFill>
                  <a:srgbClr val="CADCFC"/>
                </a:solidFill>
                <a:latin typeface="Cambria" pitchFamily="34" charset="0"/>
                <a:ea typeface="Cambria" pitchFamily="34" charset="-122"/>
                <a:cs typeface="Cambria" pitchFamily="34" charset="-120"/>
              </a:rPr>
              <a:t>Front End</a:t>
            </a:r>
            <a:endParaRPr lang="en-US" sz="1300" dirty="0"/>
          </a:p>
        </p:txBody>
      </p:sp>
      <p:sp>
        <p:nvSpPr>
          <p:cNvPr id="51" name="Text 39"/>
          <p:cNvSpPr/>
          <p:nvPr/>
        </p:nvSpPr>
        <p:spPr>
          <a:xfrm>
            <a:off x="1463040" y="4279392"/>
            <a:ext cx="2315718" cy="1554480"/>
          </a:xfrm>
          <a:prstGeom prst="rect">
            <a:avLst/>
          </a:prstGeom>
          <a:noFill/>
          <a:ln/>
        </p:spPr>
        <p:txBody>
          <a:bodyPr wrap="square" rtlCol="0" anchor="t"/>
          <a:lstStyle/>
          <a:p>
            <a:pPr marL="0" indent="0">
              <a:buNone/>
            </a:pPr>
            <a:r>
              <a:rPr lang="en-US" sz="1150" dirty="0">
                <a:solidFill>
                  <a:srgbClr val="C8D3EE"/>
                </a:solidFill>
                <a:latin typeface="Calibri" pitchFamily="34" charset="0"/>
                <a:ea typeface="Calibri" pitchFamily="34" charset="-122"/>
                <a:cs typeface="Calibri" pitchFamily="34" charset="-120"/>
              </a:rPr>
              <a:t>The user submits a job posting through the Streamlit interface.</a:t>
            </a:r>
            <a:endParaRPr lang="en-US" sz="1150" dirty="0"/>
          </a:p>
        </p:txBody>
      </p:sp>
      <p:sp>
        <p:nvSpPr>
          <p:cNvPr id="52" name="Text 40"/>
          <p:cNvSpPr/>
          <p:nvPr/>
        </p:nvSpPr>
        <p:spPr>
          <a:xfrm>
            <a:off x="3961638" y="3950208"/>
            <a:ext cx="2315718" cy="320040"/>
          </a:xfrm>
          <a:prstGeom prst="rect">
            <a:avLst/>
          </a:prstGeom>
          <a:noFill/>
          <a:ln/>
        </p:spPr>
        <p:txBody>
          <a:bodyPr wrap="square" rtlCol="0" anchor="ctr"/>
          <a:lstStyle/>
          <a:p>
            <a:pPr marL="0" indent="0">
              <a:buNone/>
            </a:pPr>
            <a:r>
              <a:rPr lang="en-US" sz="1300" b="1" dirty="0">
                <a:solidFill>
                  <a:srgbClr val="CADCFC"/>
                </a:solidFill>
                <a:latin typeface="Cambria" pitchFamily="34" charset="0"/>
                <a:ea typeface="Cambria" pitchFamily="34" charset="-122"/>
                <a:cs typeface="Cambria" pitchFamily="34" charset="-120"/>
              </a:rPr>
              <a:t>Processing</a:t>
            </a:r>
            <a:endParaRPr lang="en-US" sz="1300" dirty="0"/>
          </a:p>
        </p:txBody>
      </p:sp>
      <p:sp>
        <p:nvSpPr>
          <p:cNvPr id="53" name="Text 41"/>
          <p:cNvSpPr/>
          <p:nvPr/>
        </p:nvSpPr>
        <p:spPr>
          <a:xfrm>
            <a:off x="3961638" y="4279392"/>
            <a:ext cx="2315718" cy="1554480"/>
          </a:xfrm>
          <a:prstGeom prst="rect">
            <a:avLst/>
          </a:prstGeom>
          <a:noFill/>
          <a:ln/>
        </p:spPr>
        <p:txBody>
          <a:bodyPr wrap="square" rtlCol="0" anchor="t"/>
          <a:lstStyle/>
          <a:p>
            <a:pPr marL="0" indent="0">
              <a:buNone/>
            </a:pPr>
            <a:r>
              <a:rPr lang="en-US" sz="1150" dirty="0">
                <a:solidFill>
                  <a:srgbClr val="C8D3EE"/>
                </a:solidFill>
                <a:latin typeface="Calibri" pitchFamily="34" charset="0"/>
                <a:ea typeface="Calibri" pitchFamily="34" charset="-122"/>
                <a:cs typeface="Calibri" pitchFamily="34" charset="-120"/>
              </a:rPr>
              <a:t>Text is cleaned, tokenized, and transformed into TF-IDF vectors.</a:t>
            </a:r>
            <a:endParaRPr lang="en-US" sz="1150" dirty="0"/>
          </a:p>
        </p:txBody>
      </p:sp>
      <p:sp>
        <p:nvSpPr>
          <p:cNvPr id="54" name="Text 42"/>
          <p:cNvSpPr/>
          <p:nvPr/>
        </p:nvSpPr>
        <p:spPr>
          <a:xfrm>
            <a:off x="6460236" y="3950208"/>
            <a:ext cx="2315718" cy="320040"/>
          </a:xfrm>
          <a:prstGeom prst="rect">
            <a:avLst/>
          </a:prstGeom>
          <a:noFill/>
          <a:ln/>
        </p:spPr>
        <p:txBody>
          <a:bodyPr wrap="square" rtlCol="0" anchor="ctr"/>
          <a:lstStyle/>
          <a:p>
            <a:pPr marL="0" indent="0">
              <a:buNone/>
            </a:pPr>
            <a:r>
              <a:rPr lang="en-US" sz="1300" b="1" dirty="0">
                <a:solidFill>
                  <a:srgbClr val="CADCFC"/>
                </a:solidFill>
                <a:latin typeface="Cambria" pitchFamily="34" charset="0"/>
                <a:ea typeface="Cambria" pitchFamily="34" charset="-122"/>
                <a:cs typeface="Cambria" pitchFamily="34" charset="-120"/>
              </a:rPr>
              <a:t>Inference</a:t>
            </a:r>
            <a:endParaRPr lang="en-US" sz="1300" dirty="0"/>
          </a:p>
        </p:txBody>
      </p:sp>
      <p:sp>
        <p:nvSpPr>
          <p:cNvPr id="55" name="Text 43"/>
          <p:cNvSpPr/>
          <p:nvPr/>
        </p:nvSpPr>
        <p:spPr>
          <a:xfrm>
            <a:off x="6460236" y="4279392"/>
            <a:ext cx="2315718" cy="1554480"/>
          </a:xfrm>
          <a:prstGeom prst="rect">
            <a:avLst/>
          </a:prstGeom>
          <a:noFill/>
          <a:ln/>
        </p:spPr>
        <p:txBody>
          <a:bodyPr wrap="square" rtlCol="0" anchor="t"/>
          <a:lstStyle/>
          <a:p>
            <a:pPr marL="0" indent="0">
              <a:buNone/>
            </a:pPr>
            <a:r>
              <a:rPr lang="en-US" sz="1150" dirty="0">
                <a:solidFill>
                  <a:srgbClr val="C8D3EE"/>
                </a:solidFill>
                <a:latin typeface="Calibri" pitchFamily="34" charset="0"/>
                <a:ea typeface="Calibri" pitchFamily="34" charset="-122"/>
                <a:cs typeface="Calibri" pitchFamily="34" charset="-120"/>
              </a:rPr>
              <a:t>The Linear SVM model classifies the post and produces AI insights.</a:t>
            </a:r>
            <a:endParaRPr lang="en-US" sz="1150" dirty="0"/>
          </a:p>
        </p:txBody>
      </p:sp>
      <p:sp>
        <p:nvSpPr>
          <p:cNvPr id="56" name="Text 44"/>
          <p:cNvSpPr/>
          <p:nvPr/>
        </p:nvSpPr>
        <p:spPr>
          <a:xfrm>
            <a:off x="8958834" y="3950208"/>
            <a:ext cx="2315718" cy="320040"/>
          </a:xfrm>
          <a:prstGeom prst="rect">
            <a:avLst/>
          </a:prstGeom>
          <a:noFill/>
          <a:ln/>
        </p:spPr>
        <p:txBody>
          <a:bodyPr wrap="square" rtlCol="0" anchor="ctr"/>
          <a:lstStyle/>
          <a:p>
            <a:pPr marL="0" indent="0">
              <a:buNone/>
            </a:pPr>
            <a:r>
              <a:rPr lang="en-US" sz="1300" b="1" dirty="0">
                <a:solidFill>
                  <a:srgbClr val="CADCFC"/>
                </a:solidFill>
                <a:latin typeface="Cambria" pitchFamily="34" charset="0"/>
                <a:ea typeface="Cambria" pitchFamily="34" charset="-122"/>
                <a:cs typeface="Cambria" pitchFamily="34" charset="-120"/>
              </a:rPr>
              <a:t>Output</a:t>
            </a:r>
            <a:endParaRPr lang="en-US" sz="1300" dirty="0"/>
          </a:p>
        </p:txBody>
      </p:sp>
      <p:sp>
        <p:nvSpPr>
          <p:cNvPr id="57" name="Text 45"/>
          <p:cNvSpPr/>
          <p:nvPr/>
        </p:nvSpPr>
        <p:spPr>
          <a:xfrm>
            <a:off x="8958834" y="4279392"/>
            <a:ext cx="2315718" cy="1554480"/>
          </a:xfrm>
          <a:prstGeom prst="rect">
            <a:avLst/>
          </a:prstGeom>
          <a:noFill/>
          <a:ln/>
        </p:spPr>
        <p:txBody>
          <a:bodyPr wrap="square" rtlCol="0" anchor="t"/>
          <a:lstStyle/>
          <a:p>
            <a:pPr marL="0" indent="0">
              <a:buNone/>
            </a:pPr>
            <a:r>
              <a:rPr lang="en-US" sz="1150" dirty="0">
                <a:solidFill>
                  <a:srgbClr val="C8D3EE"/>
                </a:solidFill>
                <a:latin typeface="Calibri" pitchFamily="34" charset="0"/>
                <a:ea typeface="Calibri" pitchFamily="34" charset="-122"/>
                <a:cs typeface="Calibri" pitchFamily="34" charset="-120"/>
              </a:rPr>
              <a:t>Results are shown in-app and can be exported as a PDF report.</a:t>
            </a:r>
            <a:endParaRPr lang="en-US" sz="1150" dirty="0"/>
          </a:p>
        </p:txBody>
      </p:sp>
      <p:sp>
        <p:nvSpPr>
          <p:cNvPr id="58" name="Text 46"/>
          <p:cNvSpPr/>
          <p:nvPr/>
        </p:nvSpPr>
        <p:spPr>
          <a:xfrm>
            <a:off x="457200" y="6519672"/>
            <a:ext cx="7315200" cy="274320"/>
          </a:xfrm>
          <a:prstGeom prst="rect">
            <a:avLst/>
          </a:prstGeom>
          <a:noFill/>
          <a:ln/>
        </p:spPr>
        <p:txBody>
          <a:bodyPr wrap="square" rtlCol="0" anchor="ctr"/>
          <a:lstStyle/>
          <a:p>
            <a:pPr marL="0" indent="0" algn="l">
              <a:buNone/>
            </a:pPr>
            <a:r>
              <a:rPr lang="en-US" sz="900" dirty="0">
                <a:solidFill>
                  <a:srgbClr val="8FA0C7"/>
                </a:solidFill>
                <a:latin typeface="Calibri" pitchFamily="34" charset="0"/>
                <a:ea typeface="Calibri" pitchFamily="34" charset="-122"/>
                <a:cs typeface="Calibri" pitchFamily="34" charset="-120"/>
              </a:rPr>
              <a:t>Fake Job Posting Detection Using Machine Learning</a:t>
            </a:r>
            <a:endParaRPr lang="en-US" sz="900" dirty="0"/>
          </a:p>
        </p:txBody>
      </p:sp>
      <p:sp>
        <p:nvSpPr>
          <p:cNvPr id="59" name="Text 47"/>
          <p:cNvSpPr/>
          <p:nvPr/>
        </p:nvSpPr>
        <p:spPr>
          <a:xfrm>
            <a:off x="11274552" y="6519672"/>
            <a:ext cx="457200" cy="274320"/>
          </a:xfrm>
          <a:prstGeom prst="rect">
            <a:avLst/>
          </a:prstGeom>
          <a:noFill/>
          <a:ln/>
        </p:spPr>
        <p:txBody>
          <a:bodyPr wrap="square" rtlCol="0" anchor="ctr"/>
          <a:lstStyle/>
          <a:p>
            <a:pPr marL="0" indent="0" algn="r">
              <a:buNone/>
            </a:pPr>
            <a:r>
              <a:rPr lang="en-US" sz="900" dirty="0">
                <a:solidFill>
                  <a:srgbClr val="8FA0C7"/>
                </a:solidFill>
                <a:latin typeface="Calibri" pitchFamily="34" charset="0"/>
                <a:ea typeface="Calibri" pitchFamily="34" charset="-122"/>
                <a:cs typeface="Calibri" pitchFamily="34" charset="-120"/>
              </a:rPr>
              <a:t>9</a:t>
            </a:r>
            <a:endParaRPr lang="en-US" sz="9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548640" y="457200"/>
            <a:ext cx="502920" cy="502920"/>
          </a:xfrm>
          <a:prstGeom prst="ellipse">
            <a:avLst/>
          </a:prstGeom>
          <a:solidFill>
            <a:srgbClr val="1E2761"/>
          </a:solidFill>
          <a:ln/>
        </p:spPr>
      </p:sp>
      <p:pic>
        <p:nvPicPr>
          <p:cNvPr id="3" name="Image 0" descr="/home/claude/icons/monitor_white.png"/>
          <p:cNvPicPr>
            <a:picLocks noChangeAspect="1"/>
          </p:cNvPicPr>
          <p:nvPr/>
        </p:nvPicPr>
        <p:blipFill>
          <a:blip r:embed="rId3"/>
          <a:stretch>
            <a:fillRect/>
          </a:stretch>
        </p:blipFill>
        <p:spPr>
          <a:xfrm>
            <a:off x="679399" y="587959"/>
            <a:ext cx="241402" cy="241402"/>
          </a:xfrm>
          <a:prstGeom prst="rect">
            <a:avLst/>
          </a:prstGeom>
        </p:spPr>
      </p:pic>
      <p:sp>
        <p:nvSpPr>
          <p:cNvPr id="4" name="Text 1"/>
          <p:cNvSpPr/>
          <p:nvPr/>
        </p:nvSpPr>
        <p:spPr>
          <a:xfrm>
            <a:off x="1234440" y="402336"/>
            <a:ext cx="8229600" cy="612648"/>
          </a:xfrm>
          <a:prstGeom prst="rect">
            <a:avLst/>
          </a:prstGeom>
          <a:noFill/>
          <a:ln/>
        </p:spPr>
        <p:txBody>
          <a:bodyPr wrap="square" rtlCol="0" anchor="ctr"/>
          <a:lstStyle/>
          <a:p>
            <a:pPr marL="0" indent="0">
              <a:buNone/>
            </a:pPr>
            <a:r>
              <a:rPr lang="en-US" sz="2400" b="1" dirty="0">
                <a:solidFill>
                  <a:srgbClr val="1E2761"/>
                </a:solidFill>
                <a:latin typeface="Cambria" pitchFamily="34" charset="0"/>
                <a:ea typeface="Cambria" pitchFamily="34" charset="-122"/>
                <a:cs typeface="Cambria" pitchFamily="34" charset="-120"/>
              </a:rPr>
              <a:t>Application Screenshots</a:t>
            </a:r>
            <a:endParaRPr lang="en-US" sz="2400" dirty="0"/>
          </a:p>
        </p:txBody>
      </p:sp>
      <p:sp>
        <p:nvSpPr>
          <p:cNvPr id="5" name="Shape 2"/>
          <p:cNvSpPr/>
          <p:nvPr/>
        </p:nvSpPr>
        <p:spPr>
          <a:xfrm>
            <a:off x="396003" y="1088136"/>
            <a:ext cx="5424152" cy="3895344"/>
          </a:xfrm>
          <a:prstGeom prst="rect">
            <a:avLst/>
          </a:prstGeom>
          <a:solidFill>
            <a:srgbClr val="EEF3FC"/>
          </a:solidFill>
          <a:ln w="12700">
            <a:solidFill>
              <a:srgbClr val="CADCFC"/>
            </a:solidFill>
            <a:prstDash val="solid"/>
          </a:ln>
        </p:spPr>
      </p:sp>
      <p:sp>
        <p:nvSpPr>
          <p:cNvPr id="6" name="Shape 3"/>
          <p:cNvSpPr/>
          <p:nvPr/>
        </p:nvSpPr>
        <p:spPr>
          <a:xfrm>
            <a:off x="2031492" y="1920240"/>
            <a:ext cx="548640" cy="548640"/>
          </a:xfrm>
          <a:prstGeom prst="ellipse">
            <a:avLst/>
          </a:prstGeom>
          <a:solidFill>
            <a:srgbClr val="1E2761"/>
          </a:solidFill>
          <a:ln/>
        </p:spPr>
      </p:sp>
      <p:pic>
        <p:nvPicPr>
          <p:cNvPr id="7" name="Image 1" descr="/home/claude/icons/monitor_white.png"/>
          <p:cNvPicPr>
            <a:picLocks noChangeAspect="1"/>
          </p:cNvPicPr>
          <p:nvPr/>
        </p:nvPicPr>
        <p:blipFill>
          <a:blip r:embed="rId3"/>
          <a:stretch>
            <a:fillRect/>
          </a:stretch>
        </p:blipFill>
        <p:spPr>
          <a:xfrm>
            <a:off x="2163658" y="2062886"/>
            <a:ext cx="263347" cy="263347"/>
          </a:xfrm>
          <a:prstGeom prst="rect">
            <a:avLst/>
          </a:prstGeom>
        </p:spPr>
      </p:pic>
      <p:sp>
        <p:nvSpPr>
          <p:cNvPr id="8" name="Text 4"/>
          <p:cNvSpPr/>
          <p:nvPr/>
        </p:nvSpPr>
        <p:spPr>
          <a:xfrm>
            <a:off x="731520" y="2606040"/>
            <a:ext cx="3148584" cy="457200"/>
          </a:xfrm>
          <a:prstGeom prst="rect">
            <a:avLst/>
          </a:prstGeom>
          <a:noFill/>
          <a:ln/>
        </p:spPr>
        <p:txBody>
          <a:bodyPr wrap="square" rtlCol="0" anchor="ctr"/>
          <a:lstStyle/>
          <a:p>
            <a:pPr marL="0" indent="0" algn="ctr">
              <a:buNone/>
            </a:pPr>
            <a:r>
              <a:rPr lang="en-US" sz="1100" i="1" dirty="0">
                <a:solidFill>
                  <a:srgbClr val="8492A6"/>
                </a:solidFill>
                <a:latin typeface="Calibri" pitchFamily="34" charset="0"/>
                <a:ea typeface="Calibri" pitchFamily="34" charset="-122"/>
                <a:cs typeface="Calibri" pitchFamily="34" charset="-120"/>
              </a:rPr>
              <a:t>[Insert Home Page Screenshot]</a:t>
            </a:r>
            <a:endParaRPr lang="en-US" sz="1100" dirty="0"/>
          </a:p>
        </p:txBody>
      </p:sp>
      <p:sp>
        <p:nvSpPr>
          <p:cNvPr id="9" name="Text 5"/>
          <p:cNvSpPr/>
          <p:nvPr/>
        </p:nvSpPr>
        <p:spPr>
          <a:xfrm>
            <a:off x="1149442" y="4540911"/>
            <a:ext cx="3524171" cy="365760"/>
          </a:xfrm>
          <a:prstGeom prst="rect">
            <a:avLst/>
          </a:prstGeom>
          <a:noFill/>
          <a:ln/>
        </p:spPr>
        <p:txBody>
          <a:bodyPr wrap="square" rtlCol="0" anchor="ctr"/>
          <a:lstStyle/>
          <a:p>
            <a:pPr marL="0" indent="0" algn="ctr">
              <a:buNone/>
            </a:pPr>
            <a:r>
              <a:rPr lang="en-US" sz="1300" b="1" dirty="0">
                <a:solidFill>
                  <a:srgbClr val="1E2761"/>
                </a:solidFill>
                <a:latin typeface="Cambria" pitchFamily="34" charset="0"/>
                <a:ea typeface="Cambria" pitchFamily="34" charset="-122"/>
                <a:cs typeface="Cambria" pitchFamily="34" charset="-120"/>
              </a:rPr>
              <a:t>Home Page</a:t>
            </a:r>
            <a:endParaRPr lang="en-US" sz="1300" dirty="0"/>
          </a:p>
        </p:txBody>
      </p:sp>
      <p:pic>
        <p:nvPicPr>
          <p:cNvPr id="12" name="Image 2" descr="/home/claude/icons/monitor_white.png"/>
          <p:cNvPicPr>
            <a:picLocks noChangeAspect="1"/>
          </p:cNvPicPr>
          <p:nvPr/>
        </p:nvPicPr>
        <p:blipFill>
          <a:blip r:embed="rId3"/>
          <a:stretch>
            <a:fillRect/>
          </a:stretch>
        </p:blipFill>
        <p:spPr>
          <a:xfrm>
            <a:off x="5962802" y="2062886"/>
            <a:ext cx="263347" cy="263347"/>
          </a:xfrm>
          <a:prstGeom prst="rect">
            <a:avLst/>
          </a:prstGeom>
        </p:spPr>
      </p:pic>
      <p:sp>
        <p:nvSpPr>
          <p:cNvPr id="15" name="Shape 10"/>
          <p:cNvSpPr/>
          <p:nvPr/>
        </p:nvSpPr>
        <p:spPr>
          <a:xfrm>
            <a:off x="6490478" y="1152144"/>
            <a:ext cx="5241274" cy="3831336"/>
          </a:xfrm>
          <a:prstGeom prst="rect">
            <a:avLst/>
          </a:prstGeom>
          <a:solidFill>
            <a:srgbClr val="EEF3FC"/>
          </a:solidFill>
          <a:ln w="12700">
            <a:solidFill>
              <a:srgbClr val="CADCFC"/>
            </a:solidFill>
            <a:prstDash val="solid"/>
          </a:ln>
        </p:spPr>
      </p:sp>
      <p:sp>
        <p:nvSpPr>
          <p:cNvPr id="16" name="Shape 11"/>
          <p:cNvSpPr/>
          <p:nvPr/>
        </p:nvSpPr>
        <p:spPr>
          <a:xfrm>
            <a:off x="9608820" y="1920240"/>
            <a:ext cx="548640" cy="548640"/>
          </a:xfrm>
          <a:prstGeom prst="ellipse">
            <a:avLst/>
          </a:prstGeom>
          <a:solidFill>
            <a:srgbClr val="1E2761"/>
          </a:solidFill>
          <a:ln/>
        </p:spPr>
      </p:sp>
      <p:pic>
        <p:nvPicPr>
          <p:cNvPr id="17" name="Image 3" descr="/home/claude/icons/monitor_white.png"/>
          <p:cNvPicPr>
            <a:picLocks noChangeAspect="1"/>
          </p:cNvPicPr>
          <p:nvPr/>
        </p:nvPicPr>
        <p:blipFill>
          <a:blip r:embed="rId3"/>
          <a:stretch>
            <a:fillRect/>
          </a:stretch>
        </p:blipFill>
        <p:spPr>
          <a:xfrm>
            <a:off x="9751466" y="2062886"/>
            <a:ext cx="263347" cy="263347"/>
          </a:xfrm>
          <a:prstGeom prst="rect">
            <a:avLst/>
          </a:prstGeom>
        </p:spPr>
      </p:pic>
      <p:sp>
        <p:nvSpPr>
          <p:cNvPr id="18" name="Text 12"/>
          <p:cNvSpPr/>
          <p:nvPr/>
        </p:nvSpPr>
        <p:spPr>
          <a:xfrm>
            <a:off x="8308848" y="2606040"/>
            <a:ext cx="3148584" cy="457200"/>
          </a:xfrm>
          <a:prstGeom prst="rect">
            <a:avLst/>
          </a:prstGeom>
          <a:noFill/>
          <a:ln/>
        </p:spPr>
        <p:txBody>
          <a:bodyPr wrap="square" rtlCol="0" anchor="ctr"/>
          <a:lstStyle/>
          <a:p>
            <a:pPr marL="0" indent="0" algn="ctr">
              <a:buNone/>
            </a:pPr>
            <a:r>
              <a:rPr lang="en-US" sz="1100" i="1" dirty="0">
                <a:solidFill>
                  <a:srgbClr val="8492A6"/>
                </a:solidFill>
                <a:latin typeface="Calibri" pitchFamily="34" charset="0"/>
                <a:ea typeface="Calibri" pitchFamily="34" charset="-122"/>
                <a:cs typeface="Calibri" pitchFamily="34" charset="-120"/>
              </a:rPr>
              <a:t>[Insert Prediction Page Screenshot]</a:t>
            </a:r>
            <a:endParaRPr lang="en-US" sz="1100" dirty="0"/>
          </a:p>
        </p:txBody>
      </p:sp>
      <p:sp>
        <p:nvSpPr>
          <p:cNvPr id="19" name="Text 13"/>
          <p:cNvSpPr/>
          <p:nvPr/>
        </p:nvSpPr>
        <p:spPr>
          <a:xfrm>
            <a:off x="7568309" y="4530646"/>
            <a:ext cx="3148584" cy="365760"/>
          </a:xfrm>
          <a:prstGeom prst="rect">
            <a:avLst/>
          </a:prstGeom>
          <a:noFill/>
          <a:ln/>
        </p:spPr>
        <p:txBody>
          <a:bodyPr wrap="square" rtlCol="0" anchor="ctr"/>
          <a:lstStyle/>
          <a:p>
            <a:pPr marL="0" indent="0" algn="ctr">
              <a:buNone/>
            </a:pPr>
            <a:r>
              <a:rPr lang="en-US" sz="1300" b="1" dirty="0">
                <a:solidFill>
                  <a:srgbClr val="1E2761"/>
                </a:solidFill>
                <a:latin typeface="Cambria" pitchFamily="34" charset="0"/>
                <a:ea typeface="Cambria" pitchFamily="34" charset="-122"/>
              </a:rPr>
              <a:t>Dashboard</a:t>
            </a:r>
            <a:endParaRPr lang="en-US" sz="1300" dirty="0"/>
          </a:p>
        </p:txBody>
      </p:sp>
      <p:sp>
        <p:nvSpPr>
          <p:cNvPr id="35" name="Text 26"/>
          <p:cNvSpPr/>
          <p:nvPr/>
        </p:nvSpPr>
        <p:spPr>
          <a:xfrm>
            <a:off x="457200" y="6519672"/>
            <a:ext cx="7315200" cy="274320"/>
          </a:xfrm>
          <a:prstGeom prst="rect">
            <a:avLst/>
          </a:prstGeom>
          <a:noFill/>
          <a:ln/>
        </p:spPr>
        <p:txBody>
          <a:bodyPr wrap="square" rtlCol="0" anchor="ctr"/>
          <a:lstStyle/>
          <a:p>
            <a:pPr marL="0" indent="0" algn="l">
              <a:buNone/>
            </a:pPr>
            <a:r>
              <a:rPr lang="en-US" sz="900" dirty="0">
                <a:solidFill>
                  <a:srgbClr val="8492A6"/>
                </a:solidFill>
                <a:latin typeface="Calibri" pitchFamily="34" charset="0"/>
                <a:ea typeface="Calibri" pitchFamily="34" charset="-122"/>
                <a:cs typeface="Calibri" pitchFamily="34" charset="-120"/>
              </a:rPr>
              <a:t>Fake Job Posting Detection Using Machine Learning</a:t>
            </a:r>
            <a:endParaRPr lang="en-US" sz="900" dirty="0"/>
          </a:p>
        </p:txBody>
      </p:sp>
      <p:sp>
        <p:nvSpPr>
          <p:cNvPr id="36" name="Text 27"/>
          <p:cNvSpPr/>
          <p:nvPr/>
        </p:nvSpPr>
        <p:spPr>
          <a:xfrm>
            <a:off x="11274552" y="6519672"/>
            <a:ext cx="457200" cy="274320"/>
          </a:xfrm>
          <a:prstGeom prst="rect">
            <a:avLst/>
          </a:prstGeom>
          <a:noFill/>
          <a:ln/>
        </p:spPr>
        <p:txBody>
          <a:bodyPr wrap="square" rtlCol="0" anchor="ctr"/>
          <a:lstStyle/>
          <a:p>
            <a:pPr marL="0" indent="0" algn="r">
              <a:buNone/>
            </a:pPr>
            <a:r>
              <a:rPr lang="en-US" sz="900" dirty="0">
                <a:solidFill>
                  <a:srgbClr val="8492A6"/>
                </a:solidFill>
                <a:latin typeface="Calibri" pitchFamily="34" charset="0"/>
                <a:ea typeface="Calibri" pitchFamily="34" charset="-122"/>
                <a:cs typeface="Calibri" pitchFamily="34" charset="-120"/>
              </a:rPr>
              <a:t>10</a:t>
            </a:r>
            <a:endParaRPr lang="en-US" sz="900" dirty="0"/>
          </a:p>
        </p:txBody>
      </p:sp>
      <p:pic>
        <p:nvPicPr>
          <p:cNvPr id="40" name="Picture 39">
            <a:extLst>
              <a:ext uri="{FF2B5EF4-FFF2-40B4-BE49-F238E27FC236}">
                <a16:creationId xmlns:a16="http://schemas.microsoft.com/office/drawing/2014/main" id="{BD243513-4E4C-A0B5-031F-B1B3AB2305C8}"/>
              </a:ext>
            </a:extLst>
          </p:cNvPr>
          <p:cNvPicPr>
            <a:picLocks noChangeAspect="1"/>
          </p:cNvPicPr>
          <p:nvPr/>
        </p:nvPicPr>
        <p:blipFill>
          <a:blip r:embed="rId4"/>
          <a:stretch>
            <a:fillRect/>
          </a:stretch>
        </p:blipFill>
        <p:spPr>
          <a:xfrm>
            <a:off x="457199" y="1198853"/>
            <a:ext cx="5277869" cy="3342058"/>
          </a:xfrm>
          <a:prstGeom prst="rect">
            <a:avLst/>
          </a:prstGeom>
        </p:spPr>
      </p:pic>
      <p:pic>
        <p:nvPicPr>
          <p:cNvPr id="42" name="Picture 41">
            <a:extLst>
              <a:ext uri="{FF2B5EF4-FFF2-40B4-BE49-F238E27FC236}">
                <a16:creationId xmlns:a16="http://schemas.microsoft.com/office/drawing/2014/main" id="{1A835CB9-A041-1860-7F84-8B6D7666AF92}"/>
              </a:ext>
            </a:extLst>
          </p:cNvPr>
          <p:cNvPicPr>
            <a:picLocks noChangeAspect="1"/>
          </p:cNvPicPr>
          <p:nvPr/>
        </p:nvPicPr>
        <p:blipFill>
          <a:blip r:embed="rId5"/>
          <a:stretch>
            <a:fillRect/>
          </a:stretch>
        </p:blipFill>
        <p:spPr>
          <a:xfrm>
            <a:off x="6600037" y="1272961"/>
            <a:ext cx="5085128" cy="3267950"/>
          </a:xfrm>
          <a:prstGeom prst="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a:extLst>
            <a:ext uri="{FF2B5EF4-FFF2-40B4-BE49-F238E27FC236}">
              <a16:creationId xmlns:a16="http://schemas.microsoft.com/office/drawing/2014/main" id="{398FC950-6CC6-BFF0-FEDB-105DC37CFB53}"/>
            </a:ext>
          </a:extLst>
        </p:cNvPr>
        <p:cNvGrpSpPr/>
        <p:nvPr/>
      </p:nvGrpSpPr>
      <p:grpSpPr>
        <a:xfrm>
          <a:off x="0" y="0"/>
          <a:ext cx="0" cy="0"/>
          <a:chOff x="0" y="0"/>
          <a:chExt cx="0" cy="0"/>
        </a:xfrm>
      </p:grpSpPr>
      <p:sp>
        <p:nvSpPr>
          <p:cNvPr id="2" name="Shape 0">
            <a:extLst>
              <a:ext uri="{FF2B5EF4-FFF2-40B4-BE49-F238E27FC236}">
                <a16:creationId xmlns:a16="http://schemas.microsoft.com/office/drawing/2014/main" id="{A0317216-C5A9-6174-2219-55670DA2095F}"/>
              </a:ext>
            </a:extLst>
          </p:cNvPr>
          <p:cNvSpPr/>
          <p:nvPr/>
        </p:nvSpPr>
        <p:spPr>
          <a:xfrm>
            <a:off x="548640" y="457200"/>
            <a:ext cx="502920" cy="502920"/>
          </a:xfrm>
          <a:prstGeom prst="ellipse">
            <a:avLst/>
          </a:prstGeom>
          <a:solidFill>
            <a:srgbClr val="1E2761"/>
          </a:solidFill>
          <a:ln/>
        </p:spPr>
      </p:sp>
      <p:pic>
        <p:nvPicPr>
          <p:cNvPr id="3" name="Image 0" descr="/home/claude/icons/monitor_white.png">
            <a:extLst>
              <a:ext uri="{FF2B5EF4-FFF2-40B4-BE49-F238E27FC236}">
                <a16:creationId xmlns:a16="http://schemas.microsoft.com/office/drawing/2014/main" id="{22E862DF-DB55-C14E-16CD-A46B6702ED96}"/>
              </a:ext>
            </a:extLst>
          </p:cNvPr>
          <p:cNvPicPr>
            <a:picLocks noChangeAspect="1"/>
          </p:cNvPicPr>
          <p:nvPr/>
        </p:nvPicPr>
        <p:blipFill>
          <a:blip r:embed="rId3"/>
          <a:stretch>
            <a:fillRect/>
          </a:stretch>
        </p:blipFill>
        <p:spPr>
          <a:xfrm>
            <a:off x="679399" y="587959"/>
            <a:ext cx="241402" cy="241402"/>
          </a:xfrm>
          <a:prstGeom prst="rect">
            <a:avLst/>
          </a:prstGeom>
        </p:spPr>
      </p:pic>
      <p:sp>
        <p:nvSpPr>
          <p:cNvPr id="4" name="Text 1">
            <a:extLst>
              <a:ext uri="{FF2B5EF4-FFF2-40B4-BE49-F238E27FC236}">
                <a16:creationId xmlns:a16="http://schemas.microsoft.com/office/drawing/2014/main" id="{042884CA-71E3-50F5-4632-472701724927}"/>
              </a:ext>
            </a:extLst>
          </p:cNvPr>
          <p:cNvSpPr/>
          <p:nvPr/>
        </p:nvSpPr>
        <p:spPr>
          <a:xfrm>
            <a:off x="1234440" y="402336"/>
            <a:ext cx="8229600" cy="612648"/>
          </a:xfrm>
          <a:prstGeom prst="rect">
            <a:avLst/>
          </a:prstGeom>
          <a:noFill/>
          <a:ln/>
        </p:spPr>
        <p:txBody>
          <a:bodyPr wrap="square" rtlCol="0" anchor="ctr"/>
          <a:lstStyle/>
          <a:p>
            <a:pPr marL="0" indent="0">
              <a:buNone/>
            </a:pPr>
            <a:r>
              <a:rPr lang="en-US" sz="2400" b="1" dirty="0">
                <a:solidFill>
                  <a:srgbClr val="1E2761"/>
                </a:solidFill>
                <a:latin typeface="Cambria" pitchFamily="34" charset="0"/>
                <a:ea typeface="Cambria" pitchFamily="34" charset="-122"/>
                <a:cs typeface="Cambria" pitchFamily="34" charset="-120"/>
              </a:rPr>
              <a:t>Application Screenshots</a:t>
            </a:r>
            <a:endParaRPr lang="en-US" sz="2400" dirty="0"/>
          </a:p>
        </p:txBody>
      </p:sp>
      <p:sp>
        <p:nvSpPr>
          <p:cNvPr id="5" name="Shape 2">
            <a:extLst>
              <a:ext uri="{FF2B5EF4-FFF2-40B4-BE49-F238E27FC236}">
                <a16:creationId xmlns:a16="http://schemas.microsoft.com/office/drawing/2014/main" id="{F95B6340-BAD8-5AAE-F14E-49DAF6CFD8E3}"/>
              </a:ext>
            </a:extLst>
          </p:cNvPr>
          <p:cNvSpPr/>
          <p:nvPr/>
        </p:nvSpPr>
        <p:spPr>
          <a:xfrm>
            <a:off x="396003" y="1088135"/>
            <a:ext cx="5507640" cy="3934665"/>
          </a:xfrm>
          <a:prstGeom prst="rect">
            <a:avLst/>
          </a:prstGeom>
          <a:solidFill>
            <a:srgbClr val="EEF3FC"/>
          </a:solidFill>
          <a:ln w="12700">
            <a:solidFill>
              <a:srgbClr val="CADCFC"/>
            </a:solidFill>
            <a:prstDash val="solid"/>
          </a:ln>
        </p:spPr>
      </p:sp>
      <p:sp>
        <p:nvSpPr>
          <p:cNvPr id="6" name="Shape 3">
            <a:extLst>
              <a:ext uri="{FF2B5EF4-FFF2-40B4-BE49-F238E27FC236}">
                <a16:creationId xmlns:a16="http://schemas.microsoft.com/office/drawing/2014/main" id="{60E39375-B6B6-A27B-00EB-A516A541782F}"/>
              </a:ext>
            </a:extLst>
          </p:cNvPr>
          <p:cNvSpPr/>
          <p:nvPr/>
        </p:nvSpPr>
        <p:spPr>
          <a:xfrm>
            <a:off x="2031492" y="1920240"/>
            <a:ext cx="548640" cy="548640"/>
          </a:xfrm>
          <a:prstGeom prst="ellipse">
            <a:avLst/>
          </a:prstGeom>
          <a:solidFill>
            <a:srgbClr val="1E2761"/>
          </a:solidFill>
          <a:ln/>
        </p:spPr>
      </p:sp>
      <p:pic>
        <p:nvPicPr>
          <p:cNvPr id="7" name="Image 1" descr="/home/claude/icons/monitor_white.png">
            <a:extLst>
              <a:ext uri="{FF2B5EF4-FFF2-40B4-BE49-F238E27FC236}">
                <a16:creationId xmlns:a16="http://schemas.microsoft.com/office/drawing/2014/main" id="{99C54119-C61F-F01F-9F26-91C0B8F7234D}"/>
              </a:ext>
            </a:extLst>
          </p:cNvPr>
          <p:cNvPicPr>
            <a:picLocks noChangeAspect="1"/>
          </p:cNvPicPr>
          <p:nvPr/>
        </p:nvPicPr>
        <p:blipFill>
          <a:blip r:embed="rId3"/>
          <a:stretch>
            <a:fillRect/>
          </a:stretch>
        </p:blipFill>
        <p:spPr>
          <a:xfrm>
            <a:off x="2163658" y="2062886"/>
            <a:ext cx="263347" cy="263347"/>
          </a:xfrm>
          <a:prstGeom prst="rect">
            <a:avLst/>
          </a:prstGeom>
        </p:spPr>
      </p:pic>
      <p:sp>
        <p:nvSpPr>
          <p:cNvPr id="8" name="Text 4">
            <a:extLst>
              <a:ext uri="{FF2B5EF4-FFF2-40B4-BE49-F238E27FC236}">
                <a16:creationId xmlns:a16="http://schemas.microsoft.com/office/drawing/2014/main" id="{378AEAF7-A9B4-FEA8-8ECE-33331698640E}"/>
              </a:ext>
            </a:extLst>
          </p:cNvPr>
          <p:cNvSpPr/>
          <p:nvPr/>
        </p:nvSpPr>
        <p:spPr>
          <a:xfrm>
            <a:off x="731520" y="2606040"/>
            <a:ext cx="3148584" cy="457200"/>
          </a:xfrm>
          <a:prstGeom prst="rect">
            <a:avLst/>
          </a:prstGeom>
          <a:noFill/>
          <a:ln/>
        </p:spPr>
        <p:txBody>
          <a:bodyPr wrap="square" rtlCol="0" anchor="ctr"/>
          <a:lstStyle/>
          <a:p>
            <a:pPr marL="0" indent="0" algn="ctr">
              <a:buNone/>
            </a:pPr>
            <a:r>
              <a:rPr lang="en-US" sz="1100" i="1" dirty="0">
                <a:solidFill>
                  <a:srgbClr val="8492A6"/>
                </a:solidFill>
                <a:latin typeface="Calibri" pitchFamily="34" charset="0"/>
                <a:ea typeface="Calibri" pitchFamily="34" charset="-122"/>
                <a:cs typeface="Calibri" pitchFamily="34" charset="-120"/>
              </a:rPr>
              <a:t>[Insert Home Page Screenshot]</a:t>
            </a:r>
            <a:endParaRPr lang="en-US" sz="1100" dirty="0"/>
          </a:p>
        </p:txBody>
      </p:sp>
      <p:sp>
        <p:nvSpPr>
          <p:cNvPr id="9" name="Text 5">
            <a:extLst>
              <a:ext uri="{FF2B5EF4-FFF2-40B4-BE49-F238E27FC236}">
                <a16:creationId xmlns:a16="http://schemas.microsoft.com/office/drawing/2014/main" id="{4E9FE833-3E1C-C4BB-B79D-C8C5189C0CA0}"/>
              </a:ext>
            </a:extLst>
          </p:cNvPr>
          <p:cNvSpPr/>
          <p:nvPr/>
        </p:nvSpPr>
        <p:spPr>
          <a:xfrm>
            <a:off x="1234440" y="4623205"/>
            <a:ext cx="3524171" cy="365760"/>
          </a:xfrm>
          <a:prstGeom prst="rect">
            <a:avLst/>
          </a:prstGeom>
          <a:noFill/>
          <a:ln/>
        </p:spPr>
        <p:txBody>
          <a:bodyPr wrap="square" rtlCol="0" anchor="ctr"/>
          <a:lstStyle/>
          <a:p>
            <a:pPr marL="0" indent="0" algn="ctr">
              <a:buNone/>
            </a:pPr>
            <a:r>
              <a:rPr lang="en-US" sz="1300" b="1" dirty="0">
                <a:solidFill>
                  <a:srgbClr val="1E2761"/>
                </a:solidFill>
                <a:latin typeface="Cambria" pitchFamily="34" charset="0"/>
                <a:ea typeface="Cambria" pitchFamily="34" charset="-122"/>
              </a:rPr>
              <a:t>Predict</a:t>
            </a:r>
            <a:endParaRPr lang="en-US" sz="1300" dirty="0"/>
          </a:p>
        </p:txBody>
      </p:sp>
      <p:pic>
        <p:nvPicPr>
          <p:cNvPr id="12" name="Image 2" descr="/home/claude/icons/monitor_white.png">
            <a:extLst>
              <a:ext uri="{FF2B5EF4-FFF2-40B4-BE49-F238E27FC236}">
                <a16:creationId xmlns:a16="http://schemas.microsoft.com/office/drawing/2014/main" id="{144650FB-72E5-5CEC-547D-1BC39C092E9B}"/>
              </a:ext>
            </a:extLst>
          </p:cNvPr>
          <p:cNvPicPr>
            <a:picLocks noChangeAspect="1"/>
          </p:cNvPicPr>
          <p:nvPr/>
        </p:nvPicPr>
        <p:blipFill>
          <a:blip r:embed="rId3"/>
          <a:stretch>
            <a:fillRect/>
          </a:stretch>
        </p:blipFill>
        <p:spPr>
          <a:xfrm>
            <a:off x="5962802" y="2062886"/>
            <a:ext cx="263347" cy="263347"/>
          </a:xfrm>
          <a:prstGeom prst="rect">
            <a:avLst/>
          </a:prstGeom>
        </p:spPr>
      </p:pic>
      <p:sp>
        <p:nvSpPr>
          <p:cNvPr id="15" name="Shape 10">
            <a:extLst>
              <a:ext uri="{FF2B5EF4-FFF2-40B4-BE49-F238E27FC236}">
                <a16:creationId xmlns:a16="http://schemas.microsoft.com/office/drawing/2014/main" id="{CE05AB7F-0D06-41E1-57B9-56953F68D2FE}"/>
              </a:ext>
            </a:extLst>
          </p:cNvPr>
          <p:cNvSpPr/>
          <p:nvPr/>
        </p:nvSpPr>
        <p:spPr>
          <a:xfrm>
            <a:off x="6410131" y="1088135"/>
            <a:ext cx="5321621" cy="3934665"/>
          </a:xfrm>
          <a:prstGeom prst="rect">
            <a:avLst/>
          </a:prstGeom>
          <a:solidFill>
            <a:srgbClr val="EEF3FC"/>
          </a:solidFill>
          <a:ln w="12700">
            <a:solidFill>
              <a:srgbClr val="CADCFC"/>
            </a:solidFill>
            <a:prstDash val="solid"/>
          </a:ln>
        </p:spPr>
      </p:sp>
      <p:sp>
        <p:nvSpPr>
          <p:cNvPr id="16" name="Shape 11">
            <a:extLst>
              <a:ext uri="{FF2B5EF4-FFF2-40B4-BE49-F238E27FC236}">
                <a16:creationId xmlns:a16="http://schemas.microsoft.com/office/drawing/2014/main" id="{123BF79F-4DC7-756B-20D1-6266A1777C15}"/>
              </a:ext>
            </a:extLst>
          </p:cNvPr>
          <p:cNvSpPr/>
          <p:nvPr/>
        </p:nvSpPr>
        <p:spPr>
          <a:xfrm>
            <a:off x="9608820" y="1920240"/>
            <a:ext cx="548640" cy="548640"/>
          </a:xfrm>
          <a:prstGeom prst="ellipse">
            <a:avLst/>
          </a:prstGeom>
          <a:solidFill>
            <a:srgbClr val="1E2761"/>
          </a:solidFill>
          <a:ln/>
        </p:spPr>
      </p:sp>
      <p:pic>
        <p:nvPicPr>
          <p:cNvPr id="17" name="Image 3" descr="/home/claude/icons/monitor_white.png">
            <a:extLst>
              <a:ext uri="{FF2B5EF4-FFF2-40B4-BE49-F238E27FC236}">
                <a16:creationId xmlns:a16="http://schemas.microsoft.com/office/drawing/2014/main" id="{57C67D11-ADA3-FBCA-B574-55303E623CD3}"/>
              </a:ext>
            </a:extLst>
          </p:cNvPr>
          <p:cNvPicPr>
            <a:picLocks noChangeAspect="1"/>
          </p:cNvPicPr>
          <p:nvPr/>
        </p:nvPicPr>
        <p:blipFill>
          <a:blip r:embed="rId3"/>
          <a:stretch>
            <a:fillRect/>
          </a:stretch>
        </p:blipFill>
        <p:spPr>
          <a:xfrm>
            <a:off x="9751466" y="2062886"/>
            <a:ext cx="263347" cy="263347"/>
          </a:xfrm>
          <a:prstGeom prst="rect">
            <a:avLst/>
          </a:prstGeom>
        </p:spPr>
      </p:pic>
      <p:sp>
        <p:nvSpPr>
          <p:cNvPr id="18" name="Text 12">
            <a:extLst>
              <a:ext uri="{FF2B5EF4-FFF2-40B4-BE49-F238E27FC236}">
                <a16:creationId xmlns:a16="http://schemas.microsoft.com/office/drawing/2014/main" id="{DE7BD501-9B6D-0233-4D28-B134349CA3DE}"/>
              </a:ext>
            </a:extLst>
          </p:cNvPr>
          <p:cNvSpPr/>
          <p:nvPr/>
        </p:nvSpPr>
        <p:spPr>
          <a:xfrm>
            <a:off x="8308848" y="2606040"/>
            <a:ext cx="3148584" cy="457200"/>
          </a:xfrm>
          <a:prstGeom prst="rect">
            <a:avLst/>
          </a:prstGeom>
          <a:noFill/>
          <a:ln/>
        </p:spPr>
        <p:txBody>
          <a:bodyPr wrap="square" rtlCol="0" anchor="ctr"/>
          <a:lstStyle/>
          <a:p>
            <a:pPr marL="0" indent="0" algn="ctr">
              <a:buNone/>
            </a:pPr>
            <a:r>
              <a:rPr lang="en-US" sz="1100" i="1" dirty="0">
                <a:solidFill>
                  <a:srgbClr val="8492A6"/>
                </a:solidFill>
                <a:latin typeface="Calibri" pitchFamily="34" charset="0"/>
                <a:ea typeface="Calibri" pitchFamily="34" charset="-122"/>
                <a:cs typeface="Calibri" pitchFamily="34" charset="-120"/>
              </a:rPr>
              <a:t>[Insert Prediction Page Screenshot]</a:t>
            </a:r>
            <a:endParaRPr lang="en-US" sz="1100" dirty="0"/>
          </a:p>
        </p:txBody>
      </p:sp>
      <p:sp>
        <p:nvSpPr>
          <p:cNvPr id="19" name="Text 13">
            <a:extLst>
              <a:ext uri="{FF2B5EF4-FFF2-40B4-BE49-F238E27FC236}">
                <a16:creationId xmlns:a16="http://schemas.microsoft.com/office/drawing/2014/main" id="{46741D20-B322-1D41-C212-E1D1A41129EE}"/>
              </a:ext>
            </a:extLst>
          </p:cNvPr>
          <p:cNvSpPr/>
          <p:nvPr/>
        </p:nvSpPr>
        <p:spPr>
          <a:xfrm>
            <a:off x="7688425" y="4603610"/>
            <a:ext cx="3148584" cy="365760"/>
          </a:xfrm>
          <a:prstGeom prst="rect">
            <a:avLst/>
          </a:prstGeom>
          <a:noFill/>
          <a:ln/>
        </p:spPr>
        <p:txBody>
          <a:bodyPr wrap="square" rtlCol="0" anchor="ctr"/>
          <a:lstStyle/>
          <a:p>
            <a:pPr marL="0" indent="0" algn="ctr">
              <a:buNone/>
            </a:pPr>
            <a:r>
              <a:rPr lang="en-US" sz="1300" b="1" dirty="0">
                <a:solidFill>
                  <a:srgbClr val="1E2761"/>
                </a:solidFill>
                <a:latin typeface="Cambria" pitchFamily="34" charset="0"/>
                <a:ea typeface="Cambria" pitchFamily="34" charset="-122"/>
              </a:rPr>
              <a:t>Model Performance</a:t>
            </a:r>
            <a:endParaRPr lang="en-US" sz="1300" dirty="0"/>
          </a:p>
        </p:txBody>
      </p:sp>
      <p:sp>
        <p:nvSpPr>
          <p:cNvPr id="35" name="Text 26">
            <a:extLst>
              <a:ext uri="{FF2B5EF4-FFF2-40B4-BE49-F238E27FC236}">
                <a16:creationId xmlns:a16="http://schemas.microsoft.com/office/drawing/2014/main" id="{1E4632D3-8F88-CF40-A878-57EF41032544}"/>
              </a:ext>
            </a:extLst>
          </p:cNvPr>
          <p:cNvSpPr/>
          <p:nvPr/>
        </p:nvSpPr>
        <p:spPr>
          <a:xfrm>
            <a:off x="457200" y="6519672"/>
            <a:ext cx="7315200" cy="274320"/>
          </a:xfrm>
          <a:prstGeom prst="rect">
            <a:avLst/>
          </a:prstGeom>
          <a:noFill/>
          <a:ln/>
        </p:spPr>
        <p:txBody>
          <a:bodyPr wrap="square" rtlCol="0" anchor="ctr"/>
          <a:lstStyle/>
          <a:p>
            <a:pPr marL="0" indent="0" algn="l">
              <a:buNone/>
            </a:pPr>
            <a:r>
              <a:rPr lang="en-US" sz="900" dirty="0">
                <a:solidFill>
                  <a:srgbClr val="8492A6"/>
                </a:solidFill>
                <a:latin typeface="Calibri" pitchFamily="34" charset="0"/>
                <a:ea typeface="Calibri" pitchFamily="34" charset="-122"/>
                <a:cs typeface="Calibri" pitchFamily="34" charset="-120"/>
              </a:rPr>
              <a:t>Fake Job Posting Detection Using Machine Learning</a:t>
            </a:r>
            <a:endParaRPr lang="en-US" sz="900" dirty="0"/>
          </a:p>
        </p:txBody>
      </p:sp>
      <p:sp>
        <p:nvSpPr>
          <p:cNvPr id="36" name="Text 27">
            <a:extLst>
              <a:ext uri="{FF2B5EF4-FFF2-40B4-BE49-F238E27FC236}">
                <a16:creationId xmlns:a16="http://schemas.microsoft.com/office/drawing/2014/main" id="{2E72060C-EFE6-CAFA-5FEF-D8F243E7BC83}"/>
              </a:ext>
            </a:extLst>
          </p:cNvPr>
          <p:cNvSpPr/>
          <p:nvPr/>
        </p:nvSpPr>
        <p:spPr>
          <a:xfrm>
            <a:off x="11274552" y="6519672"/>
            <a:ext cx="457200" cy="274320"/>
          </a:xfrm>
          <a:prstGeom prst="rect">
            <a:avLst/>
          </a:prstGeom>
          <a:noFill/>
          <a:ln/>
        </p:spPr>
        <p:txBody>
          <a:bodyPr wrap="square" rtlCol="0" anchor="ctr"/>
          <a:lstStyle/>
          <a:p>
            <a:pPr marL="0" indent="0" algn="r">
              <a:buNone/>
            </a:pPr>
            <a:r>
              <a:rPr lang="en-US" sz="900" dirty="0">
                <a:solidFill>
                  <a:srgbClr val="8492A6"/>
                </a:solidFill>
                <a:latin typeface="Calibri" pitchFamily="34" charset="0"/>
                <a:ea typeface="Calibri" pitchFamily="34" charset="-122"/>
                <a:cs typeface="Calibri" pitchFamily="34" charset="-120"/>
              </a:rPr>
              <a:t>10</a:t>
            </a:r>
            <a:endParaRPr lang="en-US" sz="900" dirty="0"/>
          </a:p>
        </p:txBody>
      </p:sp>
      <p:pic>
        <p:nvPicPr>
          <p:cNvPr id="11" name="Picture 10">
            <a:extLst>
              <a:ext uri="{FF2B5EF4-FFF2-40B4-BE49-F238E27FC236}">
                <a16:creationId xmlns:a16="http://schemas.microsoft.com/office/drawing/2014/main" id="{B662F2AE-7A69-905D-A2E0-87627D6BB9E3}"/>
              </a:ext>
            </a:extLst>
          </p:cNvPr>
          <p:cNvPicPr>
            <a:picLocks noChangeAspect="1"/>
          </p:cNvPicPr>
          <p:nvPr/>
        </p:nvPicPr>
        <p:blipFill>
          <a:blip r:embed="rId4"/>
          <a:stretch>
            <a:fillRect/>
          </a:stretch>
        </p:blipFill>
        <p:spPr>
          <a:xfrm>
            <a:off x="506835" y="1180002"/>
            <a:ext cx="5313320" cy="3488923"/>
          </a:xfrm>
          <a:prstGeom prst="rect">
            <a:avLst/>
          </a:prstGeom>
        </p:spPr>
      </p:pic>
      <p:pic>
        <p:nvPicPr>
          <p:cNvPr id="14" name="Picture 13">
            <a:extLst>
              <a:ext uri="{FF2B5EF4-FFF2-40B4-BE49-F238E27FC236}">
                <a16:creationId xmlns:a16="http://schemas.microsoft.com/office/drawing/2014/main" id="{ABCD6111-CBE6-7BD1-5180-6BAF8BF100C7}"/>
              </a:ext>
            </a:extLst>
          </p:cNvPr>
          <p:cNvPicPr>
            <a:picLocks noChangeAspect="1"/>
          </p:cNvPicPr>
          <p:nvPr/>
        </p:nvPicPr>
        <p:blipFill>
          <a:blip r:embed="rId5"/>
          <a:stretch>
            <a:fillRect/>
          </a:stretch>
        </p:blipFill>
        <p:spPr>
          <a:xfrm>
            <a:off x="6547760" y="1180003"/>
            <a:ext cx="5124833" cy="3437716"/>
          </a:xfrm>
          <a:prstGeom prst="rect">
            <a:avLst/>
          </a:prstGeom>
        </p:spPr>
      </p:pic>
    </p:spTree>
    <p:extLst>
      <p:ext uri="{BB962C8B-B14F-4D97-AF65-F5344CB8AC3E}">
        <p14:creationId xmlns:p14="http://schemas.microsoft.com/office/powerpoint/2010/main" val="369037657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a:extLst>
            <a:ext uri="{FF2B5EF4-FFF2-40B4-BE49-F238E27FC236}">
              <a16:creationId xmlns:a16="http://schemas.microsoft.com/office/drawing/2014/main" id="{E5CA213F-E0DD-0545-D140-A8998F619EB3}"/>
            </a:ext>
          </a:extLst>
        </p:cNvPr>
        <p:cNvGrpSpPr/>
        <p:nvPr/>
      </p:nvGrpSpPr>
      <p:grpSpPr>
        <a:xfrm>
          <a:off x="0" y="0"/>
          <a:ext cx="0" cy="0"/>
          <a:chOff x="0" y="0"/>
          <a:chExt cx="0" cy="0"/>
        </a:xfrm>
      </p:grpSpPr>
      <p:sp>
        <p:nvSpPr>
          <p:cNvPr id="2" name="Shape 0">
            <a:extLst>
              <a:ext uri="{FF2B5EF4-FFF2-40B4-BE49-F238E27FC236}">
                <a16:creationId xmlns:a16="http://schemas.microsoft.com/office/drawing/2014/main" id="{D2DE4C28-24D7-6C59-C0E4-B22012DF19D4}"/>
              </a:ext>
            </a:extLst>
          </p:cNvPr>
          <p:cNvSpPr/>
          <p:nvPr/>
        </p:nvSpPr>
        <p:spPr>
          <a:xfrm>
            <a:off x="548640" y="457200"/>
            <a:ext cx="502920" cy="502920"/>
          </a:xfrm>
          <a:prstGeom prst="ellipse">
            <a:avLst/>
          </a:prstGeom>
          <a:solidFill>
            <a:srgbClr val="1E2761"/>
          </a:solidFill>
          <a:ln/>
        </p:spPr>
      </p:sp>
      <p:pic>
        <p:nvPicPr>
          <p:cNvPr id="3" name="Image 0" descr="/home/claude/icons/monitor_white.png">
            <a:extLst>
              <a:ext uri="{FF2B5EF4-FFF2-40B4-BE49-F238E27FC236}">
                <a16:creationId xmlns:a16="http://schemas.microsoft.com/office/drawing/2014/main" id="{119AD3CF-EA01-EAA8-8352-8F63A22A1383}"/>
              </a:ext>
            </a:extLst>
          </p:cNvPr>
          <p:cNvPicPr>
            <a:picLocks noChangeAspect="1"/>
          </p:cNvPicPr>
          <p:nvPr/>
        </p:nvPicPr>
        <p:blipFill>
          <a:blip r:embed="rId3"/>
          <a:stretch>
            <a:fillRect/>
          </a:stretch>
        </p:blipFill>
        <p:spPr>
          <a:xfrm>
            <a:off x="679399" y="587959"/>
            <a:ext cx="241402" cy="241402"/>
          </a:xfrm>
          <a:prstGeom prst="rect">
            <a:avLst/>
          </a:prstGeom>
        </p:spPr>
      </p:pic>
      <p:sp>
        <p:nvSpPr>
          <p:cNvPr id="4" name="Text 1">
            <a:extLst>
              <a:ext uri="{FF2B5EF4-FFF2-40B4-BE49-F238E27FC236}">
                <a16:creationId xmlns:a16="http://schemas.microsoft.com/office/drawing/2014/main" id="{C608C51A-BD38-8A17-8653-363BE1B52D99}"/>
              </a:ext>
            </a:extLst>
          </p:cNvPr>
          <p:cNvSpPr/>
          <p:nvPr/>
        </p:nvSpPr>
        <p:spPr>
          <a:xfrm>
            <a:off x="1234440" y="402336"/>
            <a:ext cx="8229600" cy="612648"/>
          </a:xfrm>
          <a:prstGeom prst="rect">
            <a:avLst/>
          </a:prstGeom>
          <a:noFill/>
          <a:ln/>
        </p:spPr>
        <p:txBody>
          <a:bodyPr wrap="square" rtlCol="0" anchor="ctr"/>
          <a:lstStyle/>
          <a:p>
            <a:pPr marL="0" indent="0">
              <a:buNone/>
            </a:pPr>
            <a:r>
              <a:rPr lang="en-US" sz="2400" b="1" dirty="0">
                <a:solidFill>
                  <a:srgbClr val="1E2761"/>
                </a:solidFill>
                <a:latin typeface="Cambria" pitchFamily="34" charset="0"/>
                <a:ea typeface="Cambria" pitchFamily="34" charset="-122"/>
                <a:cs typeface="Cambria" pitchFamily="34" charset="-120"/>
              </a:rPr>
              <a:t>Application Screenshots</a:t>
            </a:r>
            <a:endParaRPr lang="en-US" sz="2400" dirty="0"/>
          </a:p>
        </p:txBody>
      </p:sp>
      <p:sp>
        <p:nvSpPr>
          <p:cNvPr id="5" name="Shape 2">
            <a:extLst>
              <a:ext uri="{FF2B5EF4-FFF2-40B4-BE49-F238E27FC236}">
                <a16:creationId xmlns:a16="http://schemas.microsoft.com/office/drawing/2014/main" id="{F6A6FE88-6328-81D9-4830-C6769C2FE36A}"/>
              </a:ext>
            </a:extLst>
          </p:cNvPr>
          <p:cNvSpPr/>
          <p:nvPr/>
        </p:nvSpPr>
        <p:spPr>
          <a:xfrm>
            <a:off x="396003" y="1088135"/>
            <a:ext cx="5507640" cy="4065424"/>
          </a:xfrm>
          <a:prstGeom prst="rect">
            <a:avLst/>
          </a:prstGeom>
          <a:solidFill>
            <a:srgbClr val="EEF3FC"/>
          </a:solidFill>
          <a:ln w="12700">
            <a:solidFill>
              <a:srgbClr val="CADCFC"/>
            </a:solidFill>
            <a:prstDash val="solid"/>
          </a:ln>
        </p:spPr>
      </p:sp>
      <p:sp>
        <p:nvSpPr>
          <p:cNvPr id="6" name="Shape 3">
            <a:extLst>
              <a:ext uri="{FF2B5EF4-FFF2-40B4-BE49-F238E27FC236}">
                <a16:creationId xmlns:a16="http://schemas.microsoft.com/office/drawing/2014/main" id="{46128FC1-30D6-9C65-916E-A2355096CC38}"/>
              </a:ext>
            </a:extLst>
          </p:cNvPr>
          <p:cNvSpPr/>
          <p:nvPr/>
        </p:nvSpPr>
        <p:spPr>
          <a:xfrm>
            <a:off x="2031492" y="1920240"/>
            <a:ext cx="548640" cy="548640"/>
          </a:xfrm>
          <a:prstGeom prst="ellipse">
            <a:avLst/>
          </a:prstGeom>
          <a:solidFill>
            <a:srgbClr val="1E2761"/>
          </a:solidFill>
          <a:ln/>
        </p:spPr>
      </p:sp>
      <p:pic>
        <p:nvPicPr>
          <p:cNvPr id="7" name="Image 1" descr="/home/claude/icons/monitor_white.png">
            <a:extLst>
              <a:ext uri="{FF2B5EF4-FFF2-40B4-BE49-F238E27FC236}">
                <a16:creationId xmlns:a16="http://schemas.microsoft.com/office/drawing/2014/main" id="{61A0E27D-0439-E030-5788-187AA0C0B443}"/>
              </a:ext>
            </a:extLst>
          </p:cNvPr>
          <p:cNvPicPr>
            <a:picLocks noChangeAspect="1"/>
          </p:cNvPicPr>
          <p:nvPr/>
        </p:nvPicPr>
        <p:blipFill>
          <a:blip r:embed="rId3"/>
          <a:stretch>
            <a:fillRect/>
          </a:stretch>
        </p:blipFill>
        <p:spPr>
          <a:xfrm>
            <a:off x="2163658" y="2062886"/>
            <a:ext cx="263347" cy="263347"/>
          </a:xfrm>
          <a:prstGeom prst="rect">
            <a:avLst/>
          </a:prstGeom>
        </p:spPr>
      </p:pic>
      <p:sp>
        <p:nvSpPr>
          <p:cNvPr id="8" name="Text 4">
            <a:extLst>
              <a:ext uri="{FF2B5EF4-FFF2-40B4-BE49-F238E27FC236}">
                <a16:creationId xmlns:a16="http://schemas.microsoft.com/office/drawing/2014/main" id="{059D8DF4-4ECF-41D9-7453-0B67365B8289}"/>
              </a:ext>
            </a:extLst>
          </p:cNvPr>
          <p:cNvSpPr/>
          <p:nvPr/>
        </p:nvSpPr>
        <p:spPr>
          <a:xfrm>
            <a:off x="731520" y="2606040"/>
            <a:ext cx="3148584" cy="457200"/>
          </a:xfrm>
          <a:prstGeom prst="rect">
            <a:avLst/>
          </a:prstGeom>
          <a:noFill/>
          <a:ln/>
        </p:spPr>
        <p:txBody>
          <a:bodyPr wrap="square" rtlCol="0" anchor="ctr"/>
          <a:lstStyle/>
          <a:p>
            <a:pPr marL="0" indent="0" algn="ctr">
              <a:buNone/>
            </a:pPr>
            <a:r>
              <a:rPr lang="en-US" sz="1100" i="1" dirty="0">
                <a:solidFill>
                  <a:srgbClr val="8492A6"/>
                </a:solidFill>
                <a:latin typeface="Calibri" pitchFamily="34" charset="0"/>
                <a:ea typeface="Calibri" pitchFamily="34" charset="-122"/>
                <a:cs typeface="Calibri" pitchFamily="34" charset="-120"/>
              </a:rPr>
              <a:t>[Insert Home Page Screenshot]</a:t>
            </a:r>
            <a:endParaRPr lang="en-US" sz="1100" dirty="0"/>
          </a:p>
        </p:txBody>
      </p:sp>
      <p:sp>
        <p:nvSpPr>
          <p:cNvPr id="9" name="Text 5">
            <a:extLst>
              <a:ext uri="{FF2B5EF4-FFF2-40B4-BE49-F238E27FC236}">
                <a16:creationId xmlns:a16="http://schemas.microsoft.com/office/drawing/2014/main" id="{A5695506-A0D1-CEC9-96A8-F6D675A03DA8}"/>
              </a:ext>
            </a:extLst>
          </p:cNvPr>
          <p:cNvSpPr/>
          <p:nvPr/>
        </p:nvSpPr>
        <p:spPr>
          <a:xfrm>
            <a:off x="1234440" y="4732239"/>
            <a:ext cx="3524171" cy="365760"/>
          </a:xfrm>
          <a:prstGeom prst="rect">
            <a:avLst/>
          </a:prstGeom>
          <a:noFill/>
          <a:ln/>
        </p:spPr>
        <p:txBody>
          <a:bodyPr wrap="square" rtlCol="0" anchor="ctr"/>
          <a:lstStyle/>
          <a:p>
            <a:pPr marL="0" indent="0" algn="ctr">
              <a:buNone/>
            </a:pPr>
            <a:r>
              <a:rPr lang="en-US" sz="1300" b="1" dirty="0">
                <a:solidFill>
                  <a:srgbClr val="1E2761"/>
                </a:solidFill>
                <a:latin typeface="Cambria" pitchFamily="34" charset="0"/>
                <a:ea typeface="Cambria" pitchFamily="34" charset="-122"/>
              </a:rPr>
              <a:t>AI Insight</a:t>
            </a:r>
            <a:endParaRPr lang="en-US" sz="1300" dirty="0"/>
          </a:p>
        </p:txBody>
      </p:sp>
      <p:pic>
        <p:nvPicPr>
          <p:cNvPr id="12" name="Image 2" descr="/home/claude/icons/monitor_white.png">
            <a:extLst>
              <a:ext uri="{FF2B5EF4-FFF2-40B4-BE49-F238E27FC236}">
                <a16:creationId xmlns:a16="http://schemas.microsoft.com/office/drawing/2014/main" id="{F57B7787-7A13-D2D0-6343-E34AEEFDFA56}"/>
              </a:ext>
            </a:extLst>
          </p:cNvPr>
          <p:cNvPicPr>
            <a:picLocks noChangeAspect="1"/>
          </p:cNvPicPr>
          <p:nvPr/>
        </p:nvPicPr>
        <p:blipFill>
          <a:blip r:embed="rId3"/>
          <a:stretch>
            <a:fillRect/>
          </a:stretch>
        </p:blipFill>
        <p:spPr>
          <a:xfrm>
            <a:off x="5962802" y="2062886"/>
            <a:ext cx="263347" cy="263347"/>
          </a:xfrm>
          <a:prstGeom prst="rect">
            <a:avLst/>
          </a:prstGeom>
        </p:spPr>
      </p:pic>
      <p:sp>
        <p:nvSpPr>
          <p:cNvPr id="15" name="Shape 10">
            <a:extLst>
              <a:ext uri="{FF2B5EF4-FFF2-40B4-BE49-F238E27FC236}">
                <a16:creationId xmlns:a16="http://schemas.microsoft.com/office/drawing/2014/main" id="{9C745EED-8DA7-F861-7020-549DB593EB2F}"/>
              </a:ext>
            </a:extLst>
          </p:cNvPr>
          <p:cNvSpPr/>
          <p:nvPr/>
        </p:nvSpPr>
        <p:spPr>
          <a:xfrm>
            <a:off x="6410131" y="1088135"/>
            <a:ext cx="5321621" cy="3934665"/>
          </a:xfrm>
          <a:prstGeom prst="rect">
            <a:avLst/>
          </a:prstGeom>
          <a:solidFill>
            <a:srgbClr val="EEF3FC"/>
          </a:solidFill>
          <a:ln w="12700">
            <a:solidFill>
              <a:srgbClr val="CADCFC"/>
            </a:solidFill>
            <a:prstDash val="solid"/>
          </a:ln>
        </p:spPr>
      </p:sp>
      <p:sp>
        <p:nvSpPr>
          <p:cNvPr id="16" name="Shape 11">
            <a:extLst>
              <a:ext uri="{FF2B5EF4-FFF2-40B4-BE49-F238E27FC236}">
                <a16:creationId xmlns:a16="http://schemas.microsoft.com/office/drawing/2014/main" id="{68AF0774-97B1-6DD7-0792-8DA555F47822}"/>
              </a:ext>
            </a:extLst>
          </p:cNvPr>
          <p:cNvSpPr/>
          <p:nvPr/>
        </p:nvSpPr>
        <p:spPr>
          <a:xfrm>
            <a:off x="9608820" y="1920240"/>
            <a:ext cx="548640" cy="548640"/>
          </a:xfrm>
          <a:prstGeom prst="ellipse">
            <a:avLst/>
          </a:prstGeom>
          <a:solidFill>
            <a:srgbClr val="1E2761"/>
          </a:solidFill>
          <a:ln/>
        </p:spPr>
      </p:sp>
      <p:pic>
        <p:nvPicPr>
          <p:cNvPr id="17" name="Image 3" descr="/home/claude/icons/monitor_white.png">
            <a:extLst>
              <a:ext uri="{FF2B5EF4-FFF2-40B4-BE49-F238E27FC236}">
                <a16:creationId xmlns:a16="http://schemas.microsoft.com/office/drawing/2014/main" id="{E83ABA79-C877-5862-DE9B-E4A5237D669A}"/>
              </a:ext>
            </a:extLst>
          </p:cNvPr>
          <p:cNvPicPr>
            <a:picLocks noChangeAspect="1"/>
          </p:cNvPicPr>
          <p:nvPr/>
        </p:nvPicPr>
        <p:blipFill>
          <a:blip r:embed="rId3"/>
          <a:stretch>
            <a:fillRect/>
          </a:stretch>
        </p:blipFill>
        <p:spPr>
          <a:xfrm>
            <a:off x="9751466" y="2062886"/>
            <a:ext cx="263347" cy="263347"/>
          </a:xfrm>
          <a:prstGeom prst="rect">
            <a:avLst/>
          </a:prstGeom>
        </p:spPr>
      </p:pic>
      <p:sp>
        <p:nvSpPr>
          <p:cNvPr id="18" name="Text 12">
            <a:extLst>
              <a:ext uri="{FF2B5EF4-FFF2-40B4-BE49-F238E27FC236}">
                <a16:creationId xmlns:a16="http://schemas.microsoft.com/office/drawing/2014/main" id="{6007B4DA-080B-005E-BBF2-01ABB6A9B3C9}"/>
              </a:ext>
            </a:extLst>
          </p:cNvPr>
          <p:cNvSpPr/>
          <p:nvPr/>
        </p:nvSpPr>
        <p:spPr>
          <a:xfrm>
            <a:off x="8308848" y="2606040"/>
            <a:ext cx="3148584" cy="457200"/>
          </a:xfrm>
          <a:prstGeom prst="rect">
            <a:avLst/>
          </a:prstGeom>
          <a:noFill/>
          <a:ln/>
        </p:spPr>
        <p:txBody>
          <a:bodyPr wrap="square" rtlCol="0" anchor="ctr"/>
          <a:lstStyle/>
          <a:p>
            <a:pPr marL="0" indent="0" algn="ctr">
              <a:buNone/>
            </a:pPr>
            <a:r>
              <a:rPr lang="en-US" sz="1100" i="1" dirty="0">
                <a:solidFill>
                  <a:srgbClr val="8492A6"/>
                </a:solidFill>
                <a:latin typeface="Calibri" pitchFamily="34" charset="0"/>
                <a:ea typeface="Calibri" pitchFamily="34" charset="-122"/>
                <a:cs typeface="Calibri" pitchFamily="34" charset="-120"/>
              </a:rPr>
              <a:t>[Insert Prediction Page Screenshot]</a:t>
            </a:r>
            <a:endParaRPr lang="en-US" sz="1100" dirty="0"/>
          </a:p>
        </p:txBody>
      </p:sp>
      <p:sp>
        <p:nvSpPr>
          <p:cNvPr id="19" name="Text 13">
            <a:extLst>
              <a:ext uri="{FF2B5EF4-FFF2-40B4-BE49-F238E27FC236}">
                <a16:creationId xmlns:a16="http://schemas.microsoft.com/office/drawing/2014/main" id="{F4550D9B-D2CB-8537-2E2C-DBB3174F7E20}"/>
              </a:ext>
            </a:extLst>
          </p:cNvPr>
          <p:cNvSpPr/>
          <p:nvPr/>
        </p:nvSpPr>
        <p:spPr>
          <a:xfrm>
            <a:off x="7688425" y="4603610"/>
            <a:ext cx="3148584" cy="365760"/>
          </a:xfrm>
          <a:prstGeom prst="rect">
            <a:avLst/>
          </a:prstGeom>
          <a:noFill/>
          <a:ln/>
        </p:spPr>
        <p:txBody>
          <a:bodyPr wrap="square" rtlCol="0" anchor="ctr"/>
          <a:lstStyle/>
          <a:p>
            <a:pPr marL="0" indent="0" algn="ctr">
              <a:buNone/>
            </a:pPr>
            <a:r>
              <a:rPr lang="en-US" sz="1300" b="1" dirty="0">
                <a:solidFill>
                  <a:srgbClr val="1E2761"/>
                </a:solidFill>
                <a:latin typeface="Cambria" pitchFamily="34" charset="0"/>
                <a:ea typeface="Cambria" pitchFamily="34" charset="-122"/>
              </a:rPr>
              <a:t>About the Project</a:t>
            </a:r>
            <a:endParaRPr lang="en-US" sz="1300" dirty="0"/>
          </a:p>
        </p:txBody>
      </p:sp>
      <p:sp>
        <p:nvSpPr>
          <p:cNvPr id="35" name="Text 26">
            <a:extLst>
              <a:ext uri="{FF2B5EF4-FFF2-40B4-BE49-F238E27FC236}">
                <a16:creationId xmlns:a16="http://schemas.microsoft.com/office/drawing/2014/main" id="{BD16B19D-850E-3C2D-8E40-87258304FB1B}"/>
              </a:ext>
            </a:extLst>
          </p:cNvPr>
          <p:cNvSpPr/>
          <p:nvPr/>
        </p:nvSpPr>
        <p:spPr>
          <a:xfrm>
            <a:off x="457200" y="6519672"/>
            <a:ext cx="7315200" cy="274320"/>
          </a:xfrm>
          <a:prstGeom prst="rect">
            <a:avLst/>
          </a:prstGeom>
          <a:noFill/>
          <a:ln/>
        </p:spPr>
        <p:txBody>
          <a:bodyPr wrap="square" rtlCol="0" anchor="ctr"/>
          <a:lstStyle/>
          <a:p>
            <a:pPr marL="0" indent="0" algn="l">
              <a:buNone/>
            </a:pPr>
            <a:r>
              <a:rPr lang="en-US" sz="900" dirty="0">
                <a:solidFill>
                  <a:srgbClr val="8492A6"/>
                </a:solidFill>
                <a:latin typeface="Calibri" pitchFamily="34" charset="0"/>
                <a:ea typeface="Calibri" pitchFamily="34" charset="-122"/>
                <a:cs typeface="Calibri" pitchFamily="34" charset="-120"/>
              </a:rPr>
              <a:t>Fake Job Posting Detection Using Machine Learning</a:t>
            </a:r>
            <a:endParaRPr lang="en-US" sz="900" dirty="0"/>
          </a:p>
        </p:txBody>
      </p:sp>
      <p:sp>
        <p:nvSpPr>
          <p:cNvPr id="36" name="Text 27">
            <a:extLst>
              <a:ext uri="{FF2B5EF4-FFF2-40B4-BE49-F238E27FC236}">
                <a16:creationId xmlns:a16="http://schemas.microsoft.com/office/drawing/2014/main" id="{9E2E7355-F070-C461-131C-313E3AD3B543}"/>
              </a:ext>
            </a:extLst>
          </p:cNvPr>
          <p:cNvSpPr/>
          <p:nvPr/>
        </p:nvSpPr>
        <p:spPr>
          <a:xfrm>
            <a:off x="11274552" y="6519672"/>
            <a:ext cx="457200" cy="274320"/>
          </a:xfrm>
          <a:prstGeom prst="rect">
            <a:avLst/>
          </a:prstGeom>
          <a:noFill/>
          <a:ln/>
        </p:spPr>
        <p:txBody>
          <a:bodyPr wrap="square" rtlCol="0" anchor="ctr"/>
          <a:lstStyle/>
          <a:p>
            <a:pPr marL="0" indent="0" algn="r">
              <a:buNone/>
            </a:pPr>
            <a:r>
              <a:rPr lang="en-US" sz="900" dirty="0">
                <a:solidFill>
                  <a:srgbClr val="8492A6"/>
                </a:solidFill>
                <a:latin typeface="Calibri" pitchFamily="34" charset="0"/>
                <a:ea typeface="Calibri" pitchFamily="34" charset="-122"/>
                <a:cs typeface="Calibri" pitchFamily="34" charset="-120"/>
              </a:rPr>
              <a:t>10</a:t>
            </a:r>
            <a:endParaRPr lang="en-US" sz="900" dirty="0"/>
          </a:p>
        </p:txBody>
      </p:sp>
      <p:pic>
        <p:nvPicPr>
          <p:cNvPr id="13" name="Picture 12">
            <a:extLst>
              <a:ext uri="{FF2B5EF4-FFF2-40B4-BE49-F238E27FC236}">
                <a16:creationId xmlns:a16="http://schemas.microsoft.com/office/drawing/2014/main" id="{3517BF8D-8506-F1E6-9B7E-9524A5F0F475}"/>
              </a:ext>
            </a:extLst>
          </p:cNvPr>
          <p:cNvPicPr>
            <a:picLocks noChangeAspect="1"/>
          </p:cNvPicPr>
          <p:nvPr/>
        </p:nvPicPr>
        <p:blipFill>
          <a:blip r:embed="rId4"/>
          <a:stretch>
            <a:fillRect/>
          </a:stretch>
        </p:blipFill>
        <p:spPr>
          <a:xfrm>
            <a:off x="457200" y="1180003"/>
            <a:ext cx="5362955" cy="3557015"/>
          </a:xfrm>
          <a:prstGeom prst="rect">
            <a:avLst/>
          </a:prstGeom>
        </p:spPr>
      </p:pic>
      <p:pic>
        <p:nvPicPr>
          <p:cNvPr id="23" name="Picture 22">
            <a:extLst>
              <a:ext uri="{FF2B5EF4-FFF2-40B4-BE49-F238E27FC236}">
                <a16:creationId xmlns:a16="http://schemas.microsoft.com/office/drawing/2014/main" id="{1F74EDCA-B93C-5794-7598-367E11EB3339}"/>
              </a:ext>
            </a:extLst>
          </p:cNvPr>
          <p:cNvPicPr>
            <a:picLocks noChangeAspect="1"/>
          </p:cNvPicPr>
          <p:nvPr/>
        </p:nvPicPr>
        <p:blipFill>
          <a:blip r:embed="rId5"/>
          <a:stretch>
            <a:fillRect/>
          </a:stretch>
        </p:blipFill>
        <p:spPr>
          <a:xfrm>
            <a:off x="6485969" y="1176254"/>
            <a:ext cx="5169943" cy="3316772"/>
          </a:xfrm>
          <a:prstGeom prst="rect">
            <a:avLst/>
          </a:prstGeom>
        </p:spPr>
      </p:pic>
    </p:spTree>
    <p:extLst>
      <p:ext uri="{BB962C8B-B14F-4D97-AF65-F5344CB8AC3E}">
        <p14:creationId xmlns:p14="http://schemas.microsoft.com/office/powerpoint/2010/main" val="139530473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548640" y="457200"/>
            <a:ext cx="502920" cy="502920"/>
          </a:xfrm>
          <a:prstGeom prst="ellipse">
            <a:avLst/>
          </a:prstGeom>
          <a:solidFill>
            <a:srgbClr val="1E2761"/>
          </a:solidFill>
          <a:ln/>
        </p:spPr>
      </p:sp>
      <p:pic>
        <p:nvPicPr>
          <p:cNvPr id="3" name="Image 0" descr="/home/claude/icons/zap_white.png"/>
          <p:cNvPicPr>
            <a:picLocks noChangeAspect="1"/>
          </p:cNvPicPr>
          <p:nvPr/>
        </p:nvPicPr>
        <p:blipFill>
          <a:blip r:embed="rId3"/>
          <a:stretch>
            <a:fillRect/>
          </a:stretch>
        </p:blipFill>
        <p:spPr>
          <a:xfrm>
            <a:off x="679399" y="587959"/>
            <a:ext cx="241402" cy="241402"/>
          </a:xfrm>
          <a:prstGeom prst="rect">
            <a:avLst/>
          </a:prstGeom>
        </p:spPr>
      </p:pic>
      <p:sp>
        <p:nvSpPr>
          <p:cNvPr id="4" name="Text 1"/>
          <p:cNvSpPr/>
          <p:nvPr/>
        </p:nvSpPr>
        <p:spPr>
          <a:xfrm>
            <a:off x="1234440" y="402336"/>
            <a:ext cx="8229600" cy="612648"/>
          </a:xfrm>
          <a:prstGeom prst="rect">
            <a:avLst/>
          </a:prstGeom>
          <a:noFill/>
          <a:ln/>
        </p:spPr>
        <p:txBody>
          <a:bodyPr wrap="square" rtlCol="0" anchor="ctr"/>
          <a:lstStyle/>
          <a:p>
            <a:pPr marL="0" indent="0">
              <a:buNone/>
            </a:pPr>
            <a:r>
              <a:rPr lang="en-US" sz="2400" b="1" dirty="0">
                <a:solidFill>
                  <a:srgbClr val="1E2761"/>
                </a:solidFill>
                <a:latin typeface="Cambria" pitchFamily="34" charset="0"/>
                <a:ea typeface="Cambria" pitchFamily="34" charset="-122"/>
                <a:cs typeface="Cambria" pitchFamily="34" charset="-120"/>
              </a:rPr>
              <a:t>Key Features</a:t>
            </a:r>
            <a:endParaRPr lang="en-US" sz="2400" dirty="0"/>
          </a:p>
        </p:txBody>
      </p:sp>
      <p:sp>
        <p:nvSpPr>
          <p:cNvPr id="5" name="Shape 2"/>
          <p:cNvSpPr/>
          <p:nvPr/>
        </p:nvSpPr>
        <p:spPr>
          <a:xfrm>
            <a:off x="548640" y="1508760"/>
            <a:ext cx="2580894" cy="1691640"/>
          </a:xfrm>
          <a:prstGeom prst="rect">
            <a:avLst/>
          </a:prstGeom>
          <a:solidFill>
            <a:srgbClr val="EEF3FC"/>
          </a:solidFill>
          <a:ln/>
        </p:spPr>
      </p:sp>
      <p:sp>
        <p:nvSpPr>
          <p:cNvPr id="6" name="Shape 3"/>
          <p:cNvSpPr/>
          <p:nvPr/>
        </p:nvSpPr>
        <p:spPr>
          <a:xfrm>
            <a:off x="749808" y="1709928"/>
            <a:ext cx="457200" cy="457200"/>
          </a:xfrm>
          <a:prstGeom prst="ellipse">
            <a:avLst/>
          </a:prstGeom>
          <a:solidFill>
            <a:srgbClr val="1E2761"/>
          </a:solidFill>
          <a:ln/>
        </p:spPr>
      </p:sp>
      <p:pic>
        <p:nvPicPr>
          <p:cNvPr id="7" name="Image 1" descr="/home/claude/icons/shield_white.png"/>
          <p:cNvPicPr>
            <a:picLocks noChangeAspect="1"/>
          </p:cNvPicPr>
          <p:nvPr/>
        </p:nvPicPr>
        <p:blipFill>
          <a:blip r:embed="rId4"/>
          <a:stretch>
            <a:fillRect/>
          </a:stretch>
        </p:blipFill>
        <p:spPr>
          <a:xfrm>
            <a:off x="868680" y="1828800"/>
            <a:ext cx="219456" cy="219456"/>
          </a:xfrm>
          <a:prstGeom prst="rect">
            <a:avLst/>
          </a:prstGeom>
        </p:spPr>
      </p:pic>
      <p:sp>
        <p:nvSpPr>
          <p:cNvPr id="8" name="Text 4"/>
          <p:cNvSpPr/>
          <p:nvPr/>
        </p:nvSpPr>
        <p:spPr>
          <a:xfrm>
            <a:off x="1325880" y="1645920"/>
            <a:ext cx="1666494" cy="594360"/>
          </a:xfrm>
          <a:prstGeom prst="rect">
            <a:avLst/>
          </a:prstGeom>
          <a:noFill/>
          <a:ln/>
        </p:spPr>
        <p:txBody>
          <a:bodyPr wrap="square" rtlCol="0" anchor="ctr"/>
          <a:lstStyle/>
          <a:p>
            <a:pPr marL="0" indent="0">
              <a:buNone/>
            </a:pPr>
            <a:r>
              <a:rPr lang="en-US" sz="1250" b="1" dirty="0">
                <a:solidFill>
                  <a:srgbClr val="1E2761"/>
                </a:solidFill>
                <a:latin typeface="Cambria" pitchFamily="34" charset="0"/>
                <a:ea typeface="Cambria" pitchFamily="34" charset="-122"/>
                <a:cs typeface="Cambria" pitchFamily="34" charset="-120"/>
              </a:rPr>
              <a:t>Fraud Detection</a:t>
            </a:r>
            <a:endParaRPr lang="en-US" sz="1250" dirty="0"/>
          </a:p>
        </p:txBody>
      </p:sp>
      <p:sp>
        <p:nvSpPr>
          <p:cNvPr id="9" name="Text 5"/>
          <p:cNvSpPr/>
          <p:nvPr/>
        </p:nvSpPr>
        <p:spPr>
          <a:xfrm>
            <a:off x="749808" y="2286000"/>
            <a:ext cx="2178558" cy="822960"/>
          </a:xfrm>
          <a:prstGeom prst="rect">
            <a:avLst/>
          </a:prstGeom>
          <a:noFill/>
          <a:ln/>
        </p:spPr>
        <p:txBody>
          <a:bodyPr wrap="square" rtlCol="0" anchor="ctr"/>
          <a:lstStyle/>
          <a:p>
            <a:pPr marL="0" indent="0">
              <a:buNone/>
            </a:pPr>
            <a:r>
              <a:rPr lang="en-US" sz="1050" dirty="0">
                <a:solidFill>
                  <a:srgbClr val="36454F"/>
                </a:solidFill>
                <a:latin typeface="Calibri" pitchFamily="34" charset="0"/>
                <a:ea typeface="Calibri" pitchFamily="34" charset="-122"/>
                <a:cs typeface="Calibri" pitchFamily="34" charset="-120"/>
              </a:rPr>
              <a:t>Classifies postings as Genuine or Fraudulent in real time.</a:t>
            </a:r>
            <a:endParaRPr lang="en-US" sz="1050" dirty="0"/>
          </a:p>
        </p:txBody>
      </p:sp>
      <p:sp>
        <p:nvSpPr>
          <p:cNvPr id="10" name="Shape 6"/>
          <p:cNvSpPr/>
          <p:nvPr/>
        </p:nvSpPr>
        <p:spPr>
          <a:xfrm>
            <a:off x="3385566" y="1508760"/>
            <a:ext cx="2580894" cy="1691640"/>
          </a:xfrm>
          <a:prstGeom prst="rect">
            <a:avLst/>
          </a:prstGeom>
          <a:solidFill>
            <a:srgbClr val="EEF3FC"/>
          </a:solidFill>
          <a:ln/>
        </p:spPr>
      </p:sp>
      <p:sp>
        <p:nvSpPr>
          <p:cNvPr id="11" name="Shape 7"/>
          <p:cNvSpPr/>
          <p:nvPr/>
        </p:nvSpPr>
        <p:spPr>
          <a:xfrm>
            <a:off x="3586734" y="1709928"/>
            <a:ext cx="457200" cy="457200"/>
          </a:xfrm>
          <a:prstGeom prst="ellipse">
            <a:avLst/>
          </a:prstGeom>
          <a:solidFill>
            <a:srgbClr val="1E2761"/>
          </a:solidFill>
          <a:ln/>
        </p:spPr>
      </p:sp>
      <p:pic>
        <p:nvPicPr>
          <p:cNvPr id="12" name="Image 2" descr="/home/claude/icons/messagesquare_white.png"/>
          <p:cNvPicPr>
            <a:picLocks noChangeAspect="1"/>
          </p:cNvPicPr>
          <p:nvPr/>
        </p:nvPicPr>
        <p:blipFill>
          <a:blip r:embed="rId5"/>
          <a:stretch>
            <a:fillRect/>
          </a:stretch>
        </p:blipFill>
        <p:spPr>
          <a:xfrm>
            <a:off x="3705606" y="1828800"/>
            <a:ext cx="219456" cy="219456"/>
          </a:xfrm>
          <a:prstGeom prst="rect">
            <a:avLst/>
          </a:prstGeom>
        </p:spPr>
      </p:pic>
      <p:sp>
        <p:nvSpPr>
          <p:cNvPr id="13" name="Text 8"/>
          <p:cNvSpPr/>
          <p:nvPr/>
        </p:nvSpPr>
        <p:spPr>
          <a:xfrm>
            <a:off x="4162806" y="1645920"/>
            <a:ext cx="1666494" cy="594360"/>
          </a:xfrm>
          <a:prstGeom prst="rect">
            <a:avLst/>
          </a:prstGeom>
          <a:noFill/>
          <a:ln/>
        </p:spPr>
        <p:txBody>
          <a:bodyPr wrap="square" rtlCol="0" anchor="ctr"/>
          <a:lstStyle/>
          <a:p>
            <a:pPr marL="0" indent="0">
              <a:buNone/>
            </a:pPr>
            <a:r>
              <a:rPr lang="en-US" sz="1250" b="1" dirty="0">
                <a:solidFill>
                  <a:srgbClr val="1E2761"/>
                </a:solidFill>
                <a:latin typeface="Cambria" pitchFamily="34" charset="0"/>
                <a:ea typeface="Cambria" pitchFamily="34" charset="-122"/>
                <a:cs typeface="Cambria" pitchFamily="34" charset="-120"/>
              </a:rPr>
              <a:t>NLP-Based Analysis</a:t>
            </a:r>
            <a:endParaRPr lang="en-US" sz="1250" dirty="0"/>
          </a:p>
        </p:txBody>
      </p:sp>
      <p:sp>
        <p:nvSpPr>
          <p:cNvPr id="14" name="Text 9"/>
          <p:cNvSpPr/>
          <p:nvPr/>
        </p:nvSpPr>
        <p:spPr>
          <a:xfrm>
            <a:off x="3586734" y="2286000"/>
            <a:ext cx="2178558" cy="822960"/>
          </a:xfrm>
          <a:prstGeom prst="rect">
            <a:avLst/>
          </a:prstGeom>
          <a:noFill/>
          <a:ln/>
        </p:spPr>
        <p:txBody>
          <a:bodyPr wrap="square" rtlCol="0" anchor="ctr"/>
          <a:lstStyle/>
          <a:p>
            <a:pPr marL="0" indent="0">
              <a:buNone/>
            </a:pPr>
            <a:r>
              <a:rPr lang="en-US" sz="1050" dirty="0">
                <a:solidFill>
                  <a:srgbClr val="36454F"/>
                </a:solidFill>
                <a:latin typeface="Calibri" pitchFamily="34" charset="0"/>
                <a:ea typeface="Calibri" pitchFamily="34" charset="-122"/>
                <a:cs typeface="Calibri" pitchFamily="34" charset="-120"/>
              </a:rPr>
              <a:t>Understands posting text through tokenization &amp; TF-IDF.</a:t>
            </a:r>
            <a:endParaRPr lang="en-US" sz="1050" dirty="0"/>
          </a:p>
        </p:txBody>
      </p:sp>
      <p:sp>
        <p:nvSpPr>
          <p:cNvPr id="15" name="Shape 10"/>
          <p:cNvSpPr/>
          <p:nvPr/>
        </p:nvSpPr>
        <p:spPr>
          <a:xfrm>
            <a:off x="6222492" y="1508760"/>
            <a:ext cx="2580894" cy="1691640"/>
          </a:xfrm>
          <a:prstGeom prst="rect">
            <a:avLst/>
          </a:prstGeom>
          <a:solidFill>
            <a:srgbClr val="EEF3FC"/>
          </a:solidFill>
          <a:ln/>
        </p:spPr>
      </p:sp>
      <p:sp>
        <p:nvSpPr>
          <p:cNvPr id="16" name="Shape 11"/>
          <p:cNvSpPr/>
          <p:nvPr/>
        </p:nvSpPr>
        <p:spPr>
          <a:xfrm>
            <a:off x="6423660" y="1709928"/>
            <a:ext cx="457200" cy="457200"/>
          </a:xfrm>
          <a:prstGeom prst="ellipse">
            <a:avLst/>
          </a:prstGeom>
          <a:solidFill>
            <a:srgbClr val="1E2761"/>
          </a:solidFill>
          <a:ln/>
        </p:spPr>
      </p:sp>
      <p:pic>
        <p:nvPicPr>
          <p:cNvPr id="17" name="Image 3" descr="/home/claude/icons/barchart_white.png"/>
          <p:cNvPicPr>
            <a:picLocks noChangeAspect="1"/>
          </p:cNvPicPr>
          <p:nvPr/>
        </p:nvPicPr>
        <p:blipFill>
          <a:blip r:embed="rId6"/>
          <a:stretch>
            <a:fillRect/>
          </a:stretch>
        </p:blipFill>
        <p:spPr>
          <a:xfrm>
            <a:off x="6542532" y="1828800"/>
            <a:ext cx="219456" cy="219456"/>
          </a:xfrm>
          <a:prstGeom prst="rect">
            <a:avLst/>
          </a:prstGeom>
        </p:spPr>
      </p:pic>
      <p:sp>
        <p:nvSpPr>
          <p:cNvPr id="18" name="Text 12"/>
          <p:cNvSpPr/>
          <p:nvPr/>
        </p:nvSpPr>
        <p:spPr>
          <a:xfrm>
            <a:off x="6999732" y="1645920"/>
            <a:ext cx="1666494" cy="594360"/>
          </a:xfrm>
          <a:prstGeom prst="rect">
            <a:avLst/>
          </a:prstGeom>
          <a:noFill/>
          <a:ln/>
        </p:spPr>
        <p:txBody>
          <a:bodyPr wrap="square" rtlCol="0" anchor="ctr"/>
          <a:lstStyle/>
          <a:p>
            <a:pPr marL="0" indent="0">
              <a:buNone/>
            </a:pPr>
            <a:r>
              <a:rPr lang="en-US" sz="1250" b="1" dirty="0">
                <a:solidFill>
                  <a:srgbClr val="1E2761"/>
                </a:solidFill>
                <a:latin typeface="Cambria" pitchFamily="34" charset="0"/>
                <a:ea typeface="Cambria" pitchFamily="34" charset="-122"/>
                <a:cs typeface="Cambria" pitchFamily="34" charset="-120"/>
              </a:rPr>
              <a:t>Interactive Dashboard</a:t>
            </a:r>
            <a:endParaRPr lang="en-US" sz="1250" dirty="0"/>
          </a:p>
        </p:txBody>
      </p:sp>
      <p:sp>
        <p:nvSpPr>
          <p:cNvPr id="19" name="Text 13"/>
          <p:cNvSpPr/>
          <p:nvPr/>
        </p:nvSpPr>
        <p:spPr>
          <a:xfrm>
            <a:off x="6423660" y="2286000"/>
            <a:ext cx="2178558" cy="822960"/>
          </a:xfrm>
          <a:prstGeom prst="rect">
            <a:avLst/>
          </a:prstGeom>
          <a:noFill/>
          <a:ln/>
        </p:spPr>
        <p:txBody>
          <a:bodyPr wrap="square" rtlCol="0" anchor="ctr"/>
          <a:lstStyle/>
          <a:p>
            <a:pPr marL="0" indent="0">
              <a:buNone/>
            </a:pPr>
            <a:r>
              <a:rPr lang="en-US" sz="1050" dirty="0">
                <a:solidFill>
                  <a:srgbClr val="36454F"/>
                </a:solidFill>
                <a:latin typeface="Calibri" pitchFamily="34" charset="0"/>
                <a:ea typeface="Calibri" pitchFamily="34" charset="-122"/>
                <a:cs typeface="Calibri" pitchFamily="34" charset="-120"/>
              </a:rPr>
              <a:t>Visual exploration of dataset trends and statistics.</a:t>
            </a:r>
            <a:endParaRPr lang="en-US" sz="1050" dirty="0"/>
          </a:p>
        </p:txBody>
      </p:sp>
      <p:sp>
        <p:nvSpPr>
          <p:cNvPr id="20" name="Shape 14"/>
          <p:cNvSpPr/>
          <p:nvPr/>
        </p:nvSpPr>
        <p:spPr>
          <a:xfrm>
            <a:off x="9059418" y="1508760"/>
            <a:ext cx="2580894" cy="1691640"/>
          </a:xfrm>
          <a:prstGeom prst="rect">
            <a:avLst/>
          </a:prstGeom>
          <a:solidFill>
            <a:srgbClr val="EEF3FC"/>
          </a:solidFill>
          <a:ln/>
        </p:spPr>
      </p:sp>
      <p:sp>
        <p:nvSpPr>
          <p:cNvPr id="21" name="Shape 15"/>
          <p:cNvSpPr/>
          <p:nvPr/>
        </p:nvSpPr>
        <p:spPr>
          <a:xfrm>
            <a:off x="9260586" y="1709928"/>
            <a:ext cx="457200" cy="457200"/>
          </a:xfrm>
          <a:prstGeom prst="ellipse">
            <a:avLst/>
          </a:prstGeom>
          <a:solidFill>
            <a:srgbClr val="1E2761"/>
          </a:solidFill>
          <a:ln/>
        </p:spPr>
      </p:sp>
      <p:pic>
        <p:nvPicPr>
          <p:cNvPr id="22" name="Image 4" descr="/home/claude/icons/zap_white.png"/>
          <p:cNvPicPr>
            <a:picLocks noChangeAspect="1"/>
          </p:cNvPicPr>
          <p:nvPr/>
        </p:nvPicPr>
        <p:blipFill>
          <a:blip r:embed="rId3"/>
          <a:stretch>
            <a:fillRect/>
          </a:stretch>
        </p:blipFill>
        <p:spPr>
          <a:xfrm>
            <a:off x="9379458" y="1828800"/>
            <a:ext cx="219456" cy="219456"/>
          </a:xfrm>
          <a:prstGeom prst="rect">
            <a:avLst/>
          </a:prstGeom>
        </p:spPr>
      </p:pic>
      <p:sp>
        <p:nvSpPr>
          <p:cNvPr id="23" name="Text 16"/>
          <p:cNvSpPr/>
          <p:nvPr/>
        </p:nvSpPr>
        <p:spPr>
          <a:xfrm>
            <a:off x="9836658" y="1645920"/>
            <a:ext cx="1666494" cy="594360"/>
          </a:xfrm>
          <a:prstGeom prst="rect">
            <a:avLst/>
          </a:prstGeom>
          <a:noFill/>
          <a:ln/>
        </p:spPr>
        <p:txBody>
          <a:bodyPr wrap="square" rtlCol="0" anchor="ctr"/>
          <a:lstStyle/>
          <a:p>
            <a:pPr marL="0" indent="0">
              <a:buNone/>
            </a:pPr>
            <a:r>
              <a:rPr lang="en-US" sz="1250" b="1" dirty="0">
                <a:solidFill>
                  <a:srgbClr val="1E2761"/>
                </a:solidFill>
                <a:latin typeface="Cambria" pitchFamily="34" charset="0"/>
                <a:ea typeface="Cambria" pitchFamily="34" charset="-122"/>
                <a:cs typeface="Cambria" pitchFamily="34" charset="-120"/>
              </a:rPr>
              <a:t>AI Insights</a:t>
            </a:r>
            <a:endParaRPr lang="en-US" sz="1250" dirty="0"/>
          </a:p>
        </p:txBody>
      </p:sp>
      <p:sp>
        <p:nvSpPr>
          <p:cNvPr id="24" name="Text 17"/>
          <p:cNvSpPr/>
          <p:nvPr/>
        </p:nvSpPr>
        <p:spPr>
          <a:xfrm>
            <a:off x="9260586" y="2286000"/>
            <a:ext cx="2178558" cy="822960"/>
          </a:xfrm>
          <a:prstGeom prst="rect">
            <a:avLst/>
          </a:prstGeom>
          <a:noFill/>
          <a:ln/>
        </p:spPr>
        <p:txBody>
          <a:bodyPr wrap="square" rtlCol="0" anchor="ctr"/>
          <a:lstStyle/>
          <a:p>
            <a:pPr marL="0" indent="0">
              <a:buNone/>
            </a:pPr>
            <a:r>
              <a:rPr lang="en-US" sz="1050" dirty="0">
                <a:solidFill>
                  <a:srgbClr val="36454F"/>
                </a:solidFill>
                <a:latin typeface="Calibri" pitchFamily="34" charset="0"/>
                <a:ea typeface="Calibri" pitchFamily="34" charset="-122"/>
                <a:cs typeface="Calibri" pitchFamily="34" charset="-120"/>
              </a:rPr>
              <a:t>Explains why a posting was flagged, with keyword signals.</a:t>
            </a:r>
            <a:endParaRPr lang="en-US" sz="1050" dirty="0"/>
          </a:p>
        </p:txBody>
      </p:sp>
      <p:sp>
        <p:nvSpPr>
          <p:cNvPr id="25" name="Shape 18"/>
          <p:cNvSpPr/>
          <p:nvPr/>
        </p:nvSpPr>
        <p:spPr>
          <a:xfrm>
            <a:off x="548640" y="3456432"/>
            <a:ext cx="2580894" cy="1691640"/>
          </a:xfrm>
          <a:prstGeom prst="rect">
            <a:avLst/>
          </a:prstGeom>
          <a:solidFill>
            <a:srgbClr val="EEF3FC"/>
          </a:solidFill>
          <a:ln/>
        </p:spPr>
      </p:sp>
      <p:sp>
        <p:nvSpPr>
          <p:cNvPr id="26" name="Shape 19"/>
          <p:cNvSpPr/>
          <p:nvPr/>
        </p:nvSpPr>
        <p:spPr>
          <a:xfrm>
            <a:off x="749808" y="3657600"/>
            <a:ext cx="457200" cy="457200"/>
          </a:xfrm>
          <a:prstGeom prst="ellipse">
            <a:avLst/>
          </a:prstGeom>
          <a:solidFill>
            <a:srgbClr val="1E2761"/>
          </a:solidFill>
          <a:ln/>
        </p:spPr>
      </p:sp>
      <p:pic>
        <p:nvPicPr>
          <p:cNvPr id="27" name="Image 5" descr="/home/claude/icons/filetext_white.png"/>
          <p:cNvPicPr>
            <a:picLocks noChangeAspect="1"/>
          </p:cNvPicPr>
          <p:nvPr/>
        </p:nvPicPr>
        <p:blipFill>
          <a:blip r:embed="rId7"/>
          <a:stretch>
            <a:fillRect/>
          </a:stretch>
        </p:blipFill>
        <p:spPr>
          <a:xfrm>
            <a:off x="868680" y="3776472"/>
            <a:ext cx="219456" cy="219456"/>
          </a:xfrm>
          <a:prstGeom prst="rect">
            <a:avLst/>
          </a:prstGeom>
        </p:spPr>
      </p:pic>
      <p:sp>
        <p:nvSpPr>
          <p:cNvPr id="28" name="Text 20"/>
          <p:cNvSpPr/>
          <p:nvPr/>
        </p:nvSpPr>
        <p:spPr>
          <a:xfrm>
            <a:off x="1325880" y="3593592"/>
            <a:ext cx="1666494" cy="594360"/>
          </a:xfrm>
          <a:prstGeom prst="rect">
            <a:avLst/>
          </a:prstGeom>
          <a:noFill/>
          <a:ln/>
        </p:spPr>
        <p:txBody>
          <a:bodyPr wrap="square" rtlCol="0" anchor="ctr"/>
          <a:lstStyle/>
          <a:p>
            <a:pPr marL="0" indent="0">
              <a:buNone/>
            </a:pPr>
            <a:r>
              <a:rPr lang="en-US" sz="1250" b="1" dirty="0">
                <a:solidFill>
                  <a:srgbClr val="1E2761"/>
                </a:solidFill>
                <a:latin typeface="Cambria" pitchFamily="34" charset="0"/>
                <a:ea typeface="Cambria" pitchFamily="34" charset="-122"/>
                <a:cs typeface="Cambria" pitchFamily="34" charset="-120"/>
              </a:rPr>
              <a:t>PDF Report Generation</a:t>
            </a:r>
            <a:endParaRPr lang="en-US" sz="1250" dirty="0"/>
          </a:p>
        </p:txBody>
      </p:sp>
      <p:sp>
        <p:nvSpPr>
          <p:cNvPr id="29" name="Text 21"/>
          <p:cNvSpPr/>
          <p:nvPr/>
        </p:nvSpPr>
        <p:spPr>
          <a:xfrm>
            <a:off x="749808" y="4233672"/>
            <a:ext cx="2178558" cy="822960"/>
          </a:xfrm>
          <a:prstGeom prst="rect">
            <a:avLst/>
          </a:prstGeom>
          <a:noFill/>
          <a:ln/>
        </p:spPr>
        <p:txBody>
          <a:bodyPr wrap="square" rtlCol="0" anchor="ctr"/>
          <a:lstStyle/>
          <a:p>
            <a:pPr marL="0" indent="0">
              <a:buNone/>
            </a:pPr>
            <a:r>
              <a:rPr lang="en-US" sz="1050" dirty="0">
                <a:solidFill>
                  <a:srgbClr val="36454F"/>
                </a:solidFill>
                <a:latin typeface="Calibri" pitchFamily="34" charset="0"/>
                <a:ea typeface="Calibri" pitchFamily="34" charset="-122"/>
                <a:cs typeface="Calibri" pitchFamily="34" charset="-120"/>
              </a:rPr>
              <a:t>Downloadable report summarizing each prediction.</a:t>
            </a:r>
            <a:endParaRPr lang="en-US" sz="1050" dirty="0"/>
          </a:p>
        </p:txBody>
      </p:sp>
      <p:sp>
        <p:nvSpPr>
          <p:cNvPr id="30" name="Shape 22"/>
          <p:cNvSpPr/>
          <p:nvPr/>
        </p:nvSpPr>
        <p:spPr>
          <a:xfrm>
            <a:off x="3385566" y="3456432"/>
            <a:ext cx="2580894" cy="1691640"/>
          </a:xfrm>
          <a:prstGeom prst="rect">
            <a:avLst/>
          </a:prstGeom>
          <a:solidFill>
            <a:srgbClr val="EEF3FC"/>
          </a:solidFill>
          <a:ln/>
        </p:spPr>
      </p:sp>
      <p:sp>
        <p:nvSpPr>
          <p:cNvPr id="31" name="Shape 23"/>
          <p:cNvSpPr/>
          <p:nvPr/>
        </p:nvSpPr>
        <p:spPr>
          <a:xfrm>
            <a:off x="3586734" y="3657600"/>
            <a:ext cx="457200" cy="457200"/>
          </a:xfrm>
          <a:prstGeom prst="ellipse">
            <a:avLst/>
          </a:prstGeom>
          <a:solidFill>
            <a:srgbClr val="1E2761"/>
          </a:solidFill>
          <a:ln/>
        </p:spPr>
      </p:sp>
      <p:pic>
        <p:nvPicPr>
          <p:cNvPr id="32" name="Image 6" descr="/home/claude/icons/target_white.png"/>
          <p:cNvPicPr>
            <a:picLocks noChangeAspect="1"/>
          </p:cNvPicPr>
          <p:nvPr/>
        </p:nvPicPr>
        <p:blipFill>
          <a:blip r:embed="rId8"/>
          <a:stretch>
            <a:fillRect/>
          </a:stretch>
        </p:blipFill>
        <p:spPr>
          <a:xfrm>
            <a:off x="3705606" y="3776472"/>
            <a:ext cx="219456" cy="219456"/>
          </a:xfrm>
          <a:prstGeom prst="rect">
            <a:avLst/>
          </a:prstGeom>
        </p:spPr>
      </p:pic>
      <p:sp>
        <p:nvSpPr>
          <p:cNvPr id="33" name="Text 24"/>
          <p:cNvSpPr/>
          <p:nvPr/>
        </p:nvSpPr>
        <p:spPr>
          <a:xfrm>
            <a:off x="4162806" y="3593592"/>
            <a:ext cx="1666494" cy="594360"/>
          </a:xfrm>
          <a:prstGeom prst="rect">
            <a:avLst/>
          </a:prstGeom>
          <a:noFill/>
          <a:ln/>
        </p:spPr>
        <p:txBody>
          <a:bodyPr wrap="square" rtlCol="0" anchor="ctr"/>
          <a:lstStyle/>
          <a:p>
            <a:pPr marL="0" indent="0">
              <a:buNone/>
            </a:pPr>
            <a:r>
              <a:rPr lang="en-US" sz="1250" b="1" dirty="0">
                <a:solidFill>
                  <a:srgbClr val="1E2761"/>
                </a:solidFill>
                <a:latin typeface="Cambria" pitchFamily="34" charset="0"/>
                <a:ea typeface="Cambria" pitchFamily="34" charset="-122"/>
                <a:cs typeface="Cambria" pitchFamily="34" charset="-120"/>
              </a:rPr>
              <a:t>Confidence Score</a:t>
            </a:r>
            <a:endParaRPr lang="en-US" sz="1250" dirty="0"/>
          </a:p>
        </p:txBody>
      </p:sp>
      <p:sp>
        <p:nvSpPr>
          <p:cNvPr id="34" name="Text 25"/>
          <p:cNvSpPr/>
          <p:nvPr/>
        </p:nvSpPr>
        <p:spPr>
          <a:xfrm>
            <a:off x="3586734" y="4233672"/>
            <a:ext cx="2178558" cy="822960"/>
          </a:xfrm>
          <a:prstGeom prst="rect">
            <a:avLst/>
          </a:prstGeom>
          <a:noFill/>
          <a:ln/>
        </p:spPr>
        <p:txBody>
          <a:bodyPr wrap="square" rtlCol="0" anchor="ctr"/>
          <a:lstStyle/>
          <a:p>
            <a:pPr marL="0" indent="0">
              <a:buNone/>
            </a:pPr>
            <a:r>
              <a:rPr lang="en-US" sz="1050" dirty="0">
                <a:solidFill>
                  <a:srgbClr val="36454F"/>
                </a:solidFill>
                <a:latin typeface="Calibri" pitchFamily="34" charset="0"/>
                <a:ea typeface="Calibri" pitchFamily="34" charset="-122"/>
                <a:cs typeface="Calibri" pitchFamily="34" charset="-120"/>
              </a:rPr>
              <a:t>Probability score indicating prediction certainty.</a:t>
            </a:r>
            <a:endParaRPr lang="en-US" sz="1050" dirty="0"/>
          </a:p>
        </p:txBody>
      </p:sp>
      <p:sp>
        <p:nvSpPr>
          <p:cNvPr id="35" name="Shape 26"/>
          <p:cNvSpPr/>
          <p:nvPr/>
        </p:nvSpPr>
        <p:spPr>
          <a:xfrm>
            <a:off x="6222492" y="3456432"/>
            <a:ext cx="2580894" cy="1691640"/>
          </a:xfrm>
          <a:prstGeom prst="rect">
            <a:avLst/>
          </a:prstGeom>
          <a:solidFill>
            <a:srgbClr val="EEF3FC"/>
          </a:solidFill>
          <a:ln/>
        </p:spPr>
      </p:sp>
      <p:sp>
        <p:nvSpPr>
          <p:cNvPr id="36" name="Shape 27"/>
          <p:cNvSpPr/>
          <p:nvPr/>
        </p:nvSpPr>
        <p:spPr>
          <a:xfrm>
            <a:off x="6423660" y="3657600"/>
            <a:ext cx="457200" cy="457200"/>
          </a:xfrm>
          <a:prstGeom prst="ellipse">
            <a:avLst/>
          </a:prstGeom>
          <a:solidFill>
            <a:srgbClr val="1E2761"/>
          </a:solidFill>
          <a:ln/>
        </p:spPr>
      </p:sp>
      <p:pic>
        <p:nvPicPr>
          <p:cNvPr id="37" name="Image 7" descr="/home/claude/icons/monitor_white.png"/>
          <p:cNvPicPr>
            <a:picLocks noChangeAspect="1"/>
          </p:cNvPicPr>
          <p:nvPr/>
        </p:nvPicPr>
        <p:blipFill>
          <a:blip r:embed="rId9"/>
          <a:stretch>
            <a:fillRect/>
          </a:stretch>
        </p:blipFill>
        <p:spPr>
          <a:xfrm>
            <a:off x="6542532" y="3776472"/>
            <a:ext cx="219456" cy="219456"/>
          </a:xfrm>
          <a:prstGeom prst="rect">
            <a:avLst/>
          </a:prstGeom>
        </p:spPr>
      </p:pic>
      <p:sp>
        <p:nvSpPr>
          <p:cNvPr id="38" name="Text 28"/>
          <p:cNvSpPr/>
          <p:nvPr/>
        </p:nvSpPr>
        <p:spPr>
          <a:xfrm>
            <a:off x="6999732" y="3593592"/>
            <a:ext cx="1666494" cy="594360"/>
          </a:xfrm>
          <a:prstGeom prst="rect">
            <a:avLst/>
          </a:prstGeom>
          <a:noFill/>
          <a:ln/>
        </p:spPr>
        <p:txBody>
          <a:bodyPr wrap="square" rtlCol="0" anchor="ctr"/>
          <a:lstStyle/>
          <a:p>
            <a:pPr marL="0" indent="0">
              <a:buNone/>
            </a:pPr>
            <a:r>
              <a:rPr lang="en-US" sz="1250" b="1" dirty="0">
                <a:solidFill>
                  <a:srgbClr val="1E2761"/>
                </a:solidFill>
                <a:latin typeface="Cambria" pitchFamily="34" charset="0"/>
                <a:ea typeface="Cambria" pitchFamily="34" charset="-122"/>
                <a:cs typeface="Cambria" pitchFamily="34" charset="-120"/>
              </a:rPr>
              <a:t>User-Friendly Interface</a:t>
            </a:r>
            <a:endParaRPr lang="en-US" sz="1250" dirty="0"/>
          </a:p>
        </p:txBody>
      </p:sp>
      <p:sp>
        <p:nvSpPr>
          <p:cNvPr id="39" name="Text 29"/>
          <p:cNvSpPr/>
          <p:nvPr/>
        </p:nvSpPr>
        <p:spPr>
          <a:xfrm>
            <a:off x="6423660" y="4233672"/>
            <a:ext cx="2178558" cy="822960"/>
          </a:xfrm>
          <a:prstGeom prst="rect">
            <a:avLst/>
          </a:prstGeom>
          <a:noFill/>
          <a:ln/>
        </p:spPr>
        <p:txBody>
          <a:bodyPr wrap="square" rtlCol="0" anchor="ctr"/>
          <a:lstStyle/>
          <a:p>
            <a:pPr marL="0" indent="0">
              <a:buNone/>
            </a:pPr>
            <a:r>
              <a:rPr lang="en-US" sz="1050" dirty="0">
                <a:solidFill>
                  <a:srgbClr val="36454F"/>
                </a:solidFill>
                <a:latin typeface="Calibri" pitchFamily="34" charset="0"/>
                <a:ea typeface="Calibri" pitchFamily="34" charset="-122"/>
                <a:cs typeface="Calibri" pitchFamily="34" charset="-120"/>
              </a:rPr>
              <a:t>Clean Streamlit UI accessible to non-technical users.</a:t>
            </a:r>
            <a:endParaRPr lang="en-US" sz="1050" dirty="0"/>
          </a:p>
        </p:txBody>
      </p:sp>
      <p:sp>
        <p:nvSpPr>
          <p:cNvPr id="40" name="Text 30"/>
          <p:cNvSpPr/>
          <p:nvPr/>
        </p:nvSpPr>
        <p:spPr>
          <a:xfrm>
            <a:off x="457200" y="6519672"/>
            <a:ext cx="7315200" cy="274320"/>
          </a:xfrm>
          <a:prstGeom prst="rect">
            <a:avLst/>
          </a:prstGeom>
          <a:noFill/>
          <a:ln/>
        </p:spPr>
        <p:txBody>
          <a:bodyPr wrap="square" rtlCol="0" anchor="ctr"/>
          <a:lstStyle/>
          <a:p>
            <a:pPr marL="0" indent="0" algn="l">
              <a:buNone/>
            </a:pPr>
            <a:r>
              <a:rPr lang="en-US" sz="900" dirty="0">
                <a:solidFill>
                  <a:srgbClr val="8492A6"/>
                </a:solidFill>
                <a:latin typeface="Calibri" pitchFamily="34" charset="0"/>
                <a:ea typeface="Calibri" pitchFamily="34" charset="-122"/>
                <a:cs typeface="Calibri" pitchFamily="34" charset="-120"/>
              </a:rPr>
              <a:t>Fake Job Posting Detection Using Machine Learning</a:t>
            </a:r>
            <a:endParaRPr lang="en-US" sz="900" dirty="0"/>
          </a:p>
        </p:txBody>
      </p:sp>
      <p:sp>
        <p:nvSpPr>
          <p:cNvPr id="41" name="Text 31"/>
          <p:cNvSpPr/>
          <p:nvPr/>
        </p:nvSpPr>
        <p:spPr>
          <a:xfrm>
            <a:off x="11274552" y="6519672"/>
            <a:ext cx="457200" cy="274320"/>
          </a:xfrm>
          <a:prstGeom prst="rect">
            <a:avLst/>
          </a:prstGeom>
          <a:noFill/>
          <a:ln/>
        </p:spPr>
        <p:txBody>
          <a:bodyPr wrap="square" rtlCol="0" anchor="ctr"/>
          <a:lstStyle/>
          <a:p>
            <a:pPr marL="0" indent="0" algn="r">
              <a:buNone/>
            </a:pPr>
            <a:r>
              <a:rPr lang="en-US" sz="900" dirty="0">
                <a:solidFill>
                  <a:srgbClr val="8492A6"/>
                </a:solidFill>
                <a:latin typeface="Calibri" pitchFamily="34" charset="0"/>
                <a:ea typeface="Calibri" pitchFamily="34" charset="-122"/>
                <a:cs typeface="Calibri" pitchFamily="34" charset="-120"/>
              </a:rPr>
              <a:t>11</a:t>
            </a:r>
            <a:endParaRPr lang="en-US" sz="9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548640" y="457200"/>
            <a:ext cx="502920" cy="502920"/>
          </a:xfrm>
          <a:prstGeom prst="ellipse">
            <a:avLst/>
          </a:prstGeom>
          <a:solidFill>
            <a:srgbClr val="1E2761"/>
          </a:solidFill>
          <a:ln/>
        </p:spPr>
      </p:sp>
      <p:pic>
        <p:nvPicPr>
          <p:cNvPr id="3" name="Image 0" descr="/home/claude/icons/trendingup_white.png"/>
          <p:cNvPicPr>
            <a:picLocks noChangeAspect="1"/>
          </p:cNvPicPr>
          <p:nvPr/>
        </p:nvPicPr>
        <p:blipFill>
          <a:blip r:embed="rId3"/>
          <a:stretch>
            <a:fillRect/>
          </a:stretch>
        </p:blipFill>
        <p:spPr>
          <a:xfrm>
            <a:off x="679399" y="587959"/>
            <a:ext cx="241402" cy="241402"/>
          </a:xfrm>
          <a:prstGeom prst="rect">
            <a:avLst/>
          </a:prstGeom>
        </p:spPr>
      </p:pic>
      <p:sp>
        <p:nvSpPr>
          <p:cNvPr id="4" name="Text 1"/>
          <p:cNvSpPr/>
          <p:nvPr/>
        </p:nvSpPr>
        <p:spPr>
          <a:xfrm>
            <a:off x="1234440" y="402336"/>
            <a:ext cx="8229600" cy="612648"/>
          </a:xfrm>
          <a:prstGeom prst="rect">
            <a:avLst/>
          </a:prstGeom>
          <a:noFill/>
          <a:ln/>
        </p:spPr>
        <p:txBody>
          <a:bodyPr wrap="square" rtlCol="0" anchor="ctr"/>
          <a:lstStyle/>
          <a:p>
            <a:pPr marL="0" indent="0">
              <a:buNone/>
            </a:pPr>
            <a:r>
              <a:rPr lang="en-US" sz="2600" b="1" dirty="0">
                <a:solidFill>
                  <a:srgbClr val="1E2761"/>
                </a:solidFill>
                <a:latin typeface="Cambria" pitchFamily="34" charset="0"/>
                <a:ea typeface="Cambria" pitchFamily="34" charset="-122"/>
                <a:cs typeface="Cambria" pitchFamily="34" charset="-120"/>
              </a:rPr>
              <a:t>Future Scope</a:t>
            </a:r>
            <a:endParaRPr lang="en-US" sz="2600" dirty="0"/>
          </a:p>
        </p:txBody>
      </p:sp>
      <p:sp>
        <p:nvSpPr>
          <p:cNvPr id="5" name="Shape 2"/>
          <p:cNvSpPr/>
          <p:nvPr/>
        </p:nvSpPr>
        <p:spPr>
          <a:xfrm>
            <a:off x="548640" y="1600200"/>
            <a:ext cx="3483864" cy="2148840"/>
          </a:xfrm>
          <a:prstGeom prst="rect">
            <a:avLst/>
          </a:prstGeom>
          <a:solidFill>
            <a:srgbClr val="EEF3FC"/>
          </a:solidFill>
          <a:ln/>
        </p:spPr>
      </p:sp>
      <p:sp>
        <p:nvSpPr>
          <p:cNvPr id="6" name="Shape 3"/>
          <p:cNvSpPr/>
          <p:nvPr/>
        </p:nvSpPr>
        <p:spPr>
          <a:xfrm>
            <a:off x="777240" y="1828800"/>
            <a:ext cx="502920" cy="502920"/>
          </a:xfrm>
          <a:prstGeom prst="ellipse">
            <a:avLst/>
          </a:prstGeom>
          <a:solidFill>
            <a:srgbClr val="1E2761"/>
          </a:solidFill>
          <a:ln/>
        </p:spPr>
      </p:sp>
      <p:pic>
        <p:nvPicPr>
          <p:cNvPr id="7" name="Image 1" descr="/home/claude/icons/cpu_white.png"/>
          <p:cNvPicPr>
            <a:picLocks noChangeAspect="1"/>
          </p:cNvPicPr>
          <p:nvPr/>
        </p:nvPicPr>
        <p:blipFill>
          <a:blip r:embed="rId4"/>
          <a:stretch>
            <a:fillRect/>
          </a:stretch>
        </p:blipFill>
        <p:spPr>
          <a:xfrm>
            <a:off x="907999" y="1959559"/>
            <a:ext cx="241402" cy="241402"/>
          </a:xfrm>
          <a:prstGeom prst="rect">
            <a:avLst/>
          </a:prstGeom>
        </p:spPr>
      </p:pic>
      <p:sp>
        <p:nvSpPr>
          <p:cNvPr id="8" name="Text 4"/>
          <p:cNvSpPr/>
          <p:nvPr/>
        </p:nvSpPr>
        <p:spPr>
          <a:xfrm>
            <a:off x="777240" y="2468880"/>
            <a:ext cx="3026664" cy="502920"/>
          </a:xfrm>
          <a:prstGeom prst="rect">
            <a:avLst/>
          </a:prstGeom>
          <a:noFill/>
          <a:ln/>
        </p:spPr>
        <p:txBody>
          <a:bodyPr wrap="square" rtlCol="0" anchor="ctr"/>
          <a:lstStyle/>
          <a:p>
            <a:pPr marL="0" indent="0">
              <a:buNone/>
            </a:pPr>
            <a:r>
              <a:rPr lang="en-US" sz="1350" b="1" dirty="0">
                <a:solidFill>
                  <a:srgbClr val="1E2761"/>
                </a:solidFill>
                <a:latin typeface="Cambria" pitchFamily="34" charset="0"/>
                <a:ea typeface="Cambria" pitchFamily="34" charset="-122"/>
                <a:cs typeface="Cambria" pitchFamily="34" charset="-120"/>
              </a:rPr>
              <a:t>Deep Learning Models</a:t>
            </a:r>
            <a:endParaRPr lang="en-US" sz="1350" dirty="0"/>
          </a:p>
        </p:txBody>
      </p:sp>
      <p:sp>
        <p:nvSpPr>
          <p:cNvPr id="9" name="Text 5"/>
          <p:cNvSpPr/>
          <p:nvPr/>
        </p:nvSpPr>
        <p:spPr>
          <a:xfrm>
            <a:off x="777240" y="2953512"/>
            <a:ext cx="3026664" cy="731520"/>
          </a:xfrm>
          <a:prstGeom prst="rect">
            <a:avLst/>
          </a:prstGeom>
          <a:noFill/>
          <a:ln/>
        </p:spPr>
        <p:txBody>
          <a:bodyPr wrap="square" rtlCol="0" anchor="ctr"/>
          <a:lstStyle/>
          <a:p>
            <a:pPr marL="0" indent="0">
              <a:buNone/>
            </a:pPr>
            <a:r>
              <a:rPr lang="en-US" sz="1100" dirty="0">
                <a:solidFill>
                  <a:srgbClr val="36454F"/>
                </a:solidFill>
                <a:latin typeface="Calibri" pitchFamily="34" charset="0"/>
                <a:ea typeface="Calibri" pitchFamily="34" charset="-122"/>
                <a:cs typeface="Calibri" pitchFamily="34" charset="-120"/>
              </a:rPr>
              <a:t>Explore LSTM / neural architectures for richer text understanding.</a:t>
            </a:r>
            <a:endParaRPr lang="en-US" sz="1100" dirty="0"/>
          </a:p>
        </p:txBody>
      </p:sp>
      <p:sp>
        <p:nvSpPr>
          <p:cNvPr id="10" name="Shape 6"/>
          <p:cNvSpPr/>
          <p:nvPr/>
        </p:nvSpPr>
        <p:spPr>
          <a:xfrm>
            <a:off x="4352544" y="1600200"/>
            <a:ext cx="3483864" cy="2148840"/>
          </a:xfrm>
          <a:prstGeom prst="rect">
            <a:avLst/>
          </a:prstGeom>
          <a:solidFill>
            <a:srgbClr val="EEF3FC"/>
          </a:solidFill>
          <a:ln/>
        </p:spPr>
      </p:sp>
      <p:sp>
        <p:nvSpPr>
          <p:cNvPr id="11" name="Shape 7"/>
          <p:cNvSpPr/>
          <p:nvPr/>
        </p:nvSpPr>
        <p:spPr>
          <a:xfrm>
            <a:off x="4581144" y="1828800"/>
            <a:ext cx="502920" cy="502920"/>
          </a:xfrm>
          <a:prstGeom prst="ellipse">
            <a:avLst/>
          </a:prstGeom>
          <a:solidFill>
            <a:srgbClr val="1E2761"/>
          </a:solidFill>
          <a:ln/>
        </p:spPr>
      </p:sp>
      <p:pic>
        <p:nvPicPr>
          <p:cNvPr id="12" name="Image 2" descr="/home/claude/icons/messagesquare_white.png"/>
          <p:cNvPicPr>
            <a:picLocks noChangeAspect="1"/>
          </p:cNvPicPr>
          <p:nvPr/>
        </p:nvPicPr>
        <p:blipFill>
          <a:blip r:embed="rId5"/>
          <a:stretch>
            <a:fillRect/>
          </a:stretch>
        </p:blipFill>
        <p:spPr>
          <a:xfrm>
            <a:off x="4711903" y="1959559"/>
            <a:ext cx="241402" cy="241402"/>
          </a:xfrm>
          <a:prstGeom prst="rect">
            <a:avLst/>
          </a:prstGeom>
        </p:spPr>
      </p:pic>
      <p:sp>
        <p:nvSpPr>
          <p:cNvPr id="13" name="Text 8"/>
          <p:cNvSpPr/>
          <p:nvPr/>
        </p:nvSpPr>
        <p:spPr>
          <a:xfrm>
            <a:off x="4581144" y="2468880"/>
            <a:ext cx="3026664" cy="502920"/>
          </a:xfrm>
          <a:prstGeom prst="rect">
            <a:avLst/>
          </a:prstGeom>
          <a:noFill/>
          <a:ln/>
        </p:spPr>
        <p:txBody>
          <a:bodyPr wrap="square" rtlCol="0" anchor="ctr"/>
          <a:lstStyle/>
          <a:p>
            <a:pPr marL="0" indent="0">
              <a:buNone/>
            </a:pPr>
            <a:r>
              <a:rPr lang="en-US" sz="1350" b="1" dirty="0">
                <a:solidFill>
                  <a:srgbClr val="1E2761"/>
                </a:solidFill>
                <a:latin typeface="Cambria" pitchFamily="34" charset="0"/>
                <a:ea typeface="Cambria" pitchFamily="34" charset="-122"/>
                <a:cs typeface="Cambria" pitchFamily="34" charset="-120"/>
              </a:rPr>
              <a:t>Transformer NLP (BERT)</a:t>
            </a:r>
            <a:endParaRPr lang="en-US" sz="1350" dirty="0"/>
          </a:p>
        </p:txBody>
      </p:sp>
      <p:sp>
        <p:nvSpPr>
          <p:cNvPr id="14" name="Text 9"/>
          <p:cNvSpPr/>
          <p:nvPr/>
        </p:nvSpPr>
        <p:spPr>
          <a:xfrm>
            <a:off x="4581144" y="2953512"/>
            <a:ext cx="3026664" cy="731520"/>
          </a:xfrm>
          <a:prstGeom prst="rect">
            <a:avLst/>
          </a:prstGeom>
          <a:noFill/>
          <a:ln/>
        </p:spPr>
        <p:txBody>
          <a:bodyPr wrap="square" rtlCol="0" anchor="ctr"/>
          <a:lstStyle/>
          <a:p>
            <a:pPr marL="0" indent="0">
              <a:buNone/>
            </a:pPr>
            <a:r>
              <a:rPr lang="en-US" sz="1100" dirty="0">
                <a:solidFill>
                  <a:srgbClr val="36454F"/>
                </a:solidFill>
                <a:latin typeface="Calibri" pitchFamily="34" charset="0"/>
                <a:ea typeface="Calibri" pitchFamily="34" charset="-122"/>
                <a:cs typeface="Calibri" pitchFamily="34" charset="-120"/>
              </a:rPr>
              <a:t>Adopt contextual embeddings to improve classification nuance.</a:t>
            </a:r>
            <a:endParaRPr lang="en-US" sz="1100" dirty="0"/>
          </a:p>
        </p:txBody>
      </p:sp>
      <p:sp>
        <p:nvSpPr>
          <p:cNvPr id="15" name="Shape 10"/>
          <p:cNvSpPr/>
          <p:nvPr/>
        </p:nvSpPr>
        <p:spPr>
          <a:xfrm>
            <a:off x="8156448" y="1600200"/>
            <a:ext cx="3483864" cy="2148840"/>
          </a:xfrm>
          <a:prstGeom prst="rect">
            <a:avLst/>
          </a:prstGeom>
          <a:solidFill>
            <a:srgbClr val="EEF3FC"/>
          </a:solidFill>
          <a:ln/>
        </p:spPr>
      </p:sp>
      <p:sp>
        <p:nvSpPr>
          <p:cNvPr id="16" name="Shape 11"/>
          <p:cNvSpPr/>
          <p:nvPr/>
        </p:nvSpPr>
        <p:spPr>
          <a:xfrm>
            <a:off x="8385048" y="1828800"/>
            <a:ext cx="502920" cy="502920"/>
          </a:xfrm>
          <a:prstGeom prst="ellipse">
            <a:avLst/>
          </a:prstGeom>
          <a:solidFill>
            <a:srgbClr val="1E2761"/>
          </a:solidFill>
          <a:ln/>
        </p:spPr>
      </p:sp>
      <p:pic>
        <p:nvPicPr>
          <p:cNvPr id="17" name="Image 3" descr="/home/claude/icons/gitbranch_white.png"/>
          <p:cNvPicPr>
            <a:picLocks noChangeAspect="1"/>
          </p:cNvPicPr>
          <p:nvPr/>
        </p:nvPicPr>
        <p:blipFill>
          <a:blip r:embed="rId6"/>
          <a:stretch>
            <a:fillRect/>
          </a:stretch>
        </p:blipFill>
        <p:spPr>
          <a:xfrm>
            <a:off x="8515807" y="1959559"/>
            <a:ext cx="241402" cy="241402"/>
          </a:xfrm>
          <a:prstGeom prst="rect">
            <a:avLst/>
          </a:prstGeom>
        </p:spPr>
      </p:pic>
      <p:sp>
        <p:nvSpPr>
          <p:cNvPr id="18" name="Text 12"/>
          <p:cNvSpPr/>
          <p:nvPr/>
        </p:nvSpPr>
        <p:spPr>
          <a:xfrm>
            <a:off x="8385048" y="2468880"/>
            <a:ext cx="3026664" cy="502920"/>
          </a:xfrm>
          <a:prstGeom prst="rect">
            <a:avLst/>
          </a:prstGeom>
          <a:noFill/>
          <a:ln/>
        </p:spPr>
        <p:txBody>
          <a:bodyPr wrap="square" rtlCol="0" anchor="ctr"/>
          <a:lstStyle/>
          <a:p>
            <a:pPr marL="0" indent="0">
              <a:buNone/>
            </a:pPr>
            <a:r>
              <a:rPr lang="en-US" sz="1350" b="1" dirty="0">
                <a:solidFill>
                  <a:srgbClr val="1E2761"/>
                </a:solidFill>
                <a:latin typeface="Cambria" pitchFamily="34" charset="0"/>
                <a:ea typeface="Cambria" pitchFamily="34" charset="-122"/>
                <a:cs typeface="Cambria" pitchFamily="34" charset="-120"/>
              </a:rPr>
              <a:t>Real-Time API Integration</a:t>
            </a:r>
            <a:endParaRPr lang="en-US" sz="1350" dirty="0"/>
          </a:p>
        </p:txBody>
      </p:sp>
      <p:sp>
        <p:nvSpPr>
          <p:cNvPr id="19" name="Text 13"/>
          <p:cNvSpPr/>
          <p:nvPr/>
        </p:nvSpPr>
        <p:spPr>
          <a:xfrm>
            <a:off x="8385048" y="2953512"/>
            <a:ext cx="3026664" cy="731520"/>
          </a:xfrm>
          <a:prstGeom prst="rect">
            <a:avLst/>
          </a:prstGeom>
          <a:noFill/>
          <a:ln/>
        </p:spPr>
        <p:txBody>
          <a:bodyPr wrap="square" rtlCol="0" anchor="ctr"/>
          <a:lstStyle/>
          <a:p>
            <a:pPr marL="0" indent="0">
              <a:buNone/>
            </a:pPr>
            <a:r>
              <a:rPr lang="en-US" sz="1100" dirty="0">
                <a:solidFill>
                  <a:srgbClr val="36454F"/>
                </a:solidFill>
                <a:latin typeface="Calibri" pitchFamily="34" charset="0"/>
                <a:ea typeface="Calibri" pitchFamily="34" charset="-122"/>
                <a:cs typeface="Calibri" pitchFamily="34" charset="-120"/>
              </a:rPr>
              <a:t>Let job portals screen postings instantly via a live API.</a:t>
            </a:r>
            <a:endParaRPr lang="en-US" sz="1100" dirty="0"/>
          </a:p>
        </p:txBody>
      </p:sp>
      <p:sp>
        <p:nvSpPr>
          <p:cNvPr id="20" name="Shape 14"/>
          <p:cNvSpPr/>
          <p:nvPr/>
        </p:nvSpPr>
        <p:spPr>
          <a:xfrm>
            <a:off x="548640" y="4069080"/>
            <a:ext cx="3483864" cy="2148840"/>
          </a:xfrm>
          <a:prstGeom prst="rect">
            <a:avLst/>
          </a:prstGeom>
          <a:solidFill>
            <a:srgbClr val="EEF3FC"/>
          </a:solidFill>
          <a:ln/>
        </p:spPr>
      </p:sp>
      <p:sp>
        <p:nvSpPr>
          <p:cNvPr id="21" name="Shape 15"/>
          <p:cNvSpPr/>
          <p:nvPr/>
        </p:nvSpPr>
        <p:spPr>
          <a:xfrm>
            <a:off x="777240" y="4297680"/>
            <a:ext cx="502920" cy="502920"/>
          </a:xfrm>
          <a:prstGeom prst="ellipse">
            <a:avLst/>
          </a:prstGeom>
          <a:solidFill>
            <a:srgbClr val="1E2761"/>
          </a:solidFill>
          <a:ln/>
        </p:spPr>
      </p:sp>
      <p:pic>
        <p:nvPicPr>
          <p:cNvPr id="22" name="Image 4" descr="/home/claude/icons/cloud_white.png"/>
          <p:cNvPicPr>
            <a:picLocks noChangeAspect="1"/>
          </p:cNvPicPr>
          <p:nvPr/>
        </p:nvPicPr>
        <p:blipFill>
          <a:blip r:embed="rId7"/>
          <a:stretch>
            <a:fillRect/>
          </a:stretch>
        </p:blipFill>
        <p:spPr>
          <a:xfrm>
            <a:off x="907999" y="4428439"/>
            <a:ext cx="241402" cy="241402"/>
          </a:xfrm>
          <a:prstGeom prst="rect">
            <a:avLst/>
          </a:prstGeom>
        </p:spPr>
      </p:pic>
      <p:sp>
        <p:nvSpPr>
          <p:cNvPr id="23" name="Text 16"/>
          <p:cNvSpPr/>
          <p:nvPr/>
        </p:nvSpPr>
        <p:spPr>
          <a:xfrm>
            <a:off x="777240" y="4937760"/>
            <a:ext cx="3026664" cy="502920"/>
          </a:xfrm>
          <a:prstGeom prst="rect">
            <a:avLst/>
          </a:prstGeom>
          <a:noFill/>
          <a:ln/>
        </p:spPr>
        <p:txBody>
          <a:bodyPr wrap="square" rtlCol="0" anchor="ctr"/>
          <a:lstStyle/>
          <a:p>
            <a:pPr marL="0" indent="0">
              <a:buNone/>
            </a:pPr>
            <a:r>
              <a:rPr lang="en-US" sz="1350" b="1" dirty="0">
                <a:solidFill>
                  <a:srgbClr val="1E2761"/>
                </a:solidFill>
                <a:latin typeface="Cambria" pitchFamily="34" charset="0"/>
                <a:ea typeface="Cambria" pitchFamily="34" charset="-122"/>
                <a:cs typeface="Cambria" pitchFamily="34" charset="-120"/>
              </a:rPr>
              <a:t>Cloud Deployment</a:t>
            </a:r>
            <a:endParaRPr lang="en-US" sz="1350" dirty="0"/>
          </a:p>
        </p:txBody>
      </p:sp>
      <p:sp>
        <p:nvSpPr>
          <p:cNvPr id="24" name="Text 17"/>
          <p:cNvSpPr/>
          <p:nvPr/>
        </p:nvSpPr>
        <p:spPr>
          <a:xfrm>
            <a:off x="777240" y="5422392"/>
            <a:ext cx="3026664" cy="731520"/>
          </a:xfrm>
          <a:prstGeom prst="rect">
            <a:avLst/>
          </a:prstGeom>
          <a:noFill/>
          <a:ln/>
        </p:spPr>
        <p:txBody>
          <a:bodyPr wrap="square" rtlCol="0" anchor="ctr"/>
          <a:lstStyle/>
          <a:p>
            <a:pPr marL="0" indent="0">
              <a:buNone/>
            </a:pPr>
            <a:r>
              <a:rPr lang="en-US" sz="1100" dirty="0">
                <a:solidFill>
                  <a:srgbClr val="36454F"/>
                </a:solidFill>
                <a:latin typeface="Calibri" pitchFamily="34" charset="0"/>
                <a:ea typeface="Calibri" pitchFamily="34" charset="-122"/>
                <a:cs typeface="Calibri" pitchFamily="34" charset="-120"/>
              </a:rPr>
              <a:t>Host the model for scalable, always-on public access.</a:t>
            </a:r>
            <a:endParaRPr lang="en-US" sz="1100" dirty="0"/>
          </a:p>
        </p:txBody>
      </p:sp>
      <p:sp>
        <p:nvSpPr>
          <p:cNvPr id="25" name="Shape 18"/>
          <p:cNvSpPr/>
          <p:nvPr/>
        </p:nvSpPr>
        <p:spPr>
          <a:xfrm>
            <a:off x="4352544" y="4069080"/>
            <a:ext cx="3483864" cy="2148840"/>
          </a:xfrm>
          <a:prstGeom prst="rect">
            <a:avLst/>
          </a:prstGeom>
          <a:solidFill>
            <a:srgbClr val="EEF3FC"/>
          </a:solidFill>
          <a:ln/>
        </p:spPr>
      </p:sp>
      <p:sp>
        <p:nvSpPr>
          <p:cNvPr id="26" name="Shape 19"/>
          <p:cNvSpPr/>
          <p:nvPr/>
        </p:nvSpPr>
        <p:spPr>
          <a:xfrm>
            <a:off x="4581144" y="4297680"/>
            <a:ext cx="502920" cy="502920"/>
          </a:xfrm>
          <a:prstGeom prst="ellipse">
            <a:avLst/>
          </a:prstGeom>
          <a:solidFill>
            <a:srgbClr val="1E2761"/>
          </a:solidFill>
          <a:ln/>
        </p:spPr>
      </p:sp>
      <p:pic>
        <p:nvPicPr>
          <p:cNvPr id="27" name="Image 5" descr="/home/claude/icons/smartphone_white.png"/>
          <p:cNvPicPr>
            <a:picLocks noChangeAspect="1"/>
          </p:cNvPicPr>
          <p:nvPr/>
        </p:nvPicPr>
        <p:blipFill>
          <a:blip r:embed="rId8"/>
          <a:stretch>
            <a:fillRect/>
          </a:stretch>
        </p:blipFill>
        <p:spPr>
          <a:xfrm>
            <a:off x="4711903" y="4428439"/>
            <a:ext cx="241402" cy="241402"/>
          </a:xfrm>
          <a:prstGeom prst="rect">
            <a:avLst/>
          </a:prstGeom>
        </p:spPr>
      </p:pic>
      <p:sp>
        <p:nvSpPr>
          <p:cNvPr id="28" name="Text 20"/>
          <p:cNvSpPr/>
          <p:nvPr/>
        </p:nvSpPr>
        <p:spPr>
          <a:xfrm>
            <a:off x="4581144" y="4937760"/>
            <a:ext cx="3026664" cy="502920"/>
          </a:xfrm>
          <a:prstGeom prst="rect">
            <a:avLst/>
          </a:prstGeom>
          <a:noFill/>
          <a:ln/>
        </p:spPr>
        <p:txBody>
          <a:bodyPr wrap="square" rtlCol="0" anchor="ctr"/>
          <a:lstStyle/>
          <a:p>
            <a:pPr marL="0" indent="0">
              <a:buNone/>
            </a:pPr>
            <a:r>
              <a:rPr lang="en-US" sz="1350" b="1" dirty="0">
                <a:solidFill>
                  <a:srgbClr val="1E2761"/>
                </a:solidFill>
                <a:latin typeface="Cambria" pitchFamily="34" charset="0"/>
                <a:ea typeface="Cambria" pitchFamily="34" charset="-122"/>
                <a:cs typeface="Cambria" pitchFamily="34" charset="-120"/>
              </a:rPr>
              <a:t>Mobile Application</a:t>
            </a:r>
            <a:endParaRPr lang="en-US" sz="1350" dirty="0"/>
          </a:p>
        </p:txBody>
      </p:sp>
      <p:sp>
        <p:nvSpPr>
          <p:cNvPr id="29" name="Text 21"/>
          <p:cNvSpPr/>
          <p:nvPr/>
        </p:nvSpPr>
        <p:spPr>
          <a:xfrm>
            <a:off x="4581144" y="5422392"/>
            <a:ext cx="3026664" cy="731520"/>
          </a:xfrm>
          <a:prstGeom prst="rect">
            <a:avLst/>
          </a:prstGeom>
          <a:noFill/>
          <a:ln/>
        </p:spPr>
        <p:txBody>
          <a:bodyPr wrap="square" rtlCol="0" anchor="ctr"/>
          <a:lstStyle/>
          <a:p>
            <a:pPr marL="0" indent="0">
              <a:buNone/>
            </a:pPr>
            <a:r>
              <a:rPr lang="en-US" sz="1100" dirty="0">
                <a:solidFill>
                  <a:srgbClr val="36454F"/>
                </a:solidFill>
                <a:latin typeface="Calibri" pitchFamily="34" charset="0"/>
                <a:ea typeface="Calibri" pitchFamily="34" charset="-122"/>
                <a:cs typeface="Calibri" pitchFamily="34" charset="-120"/>
              </a:rPr>
              <a:t>Bring fraud detection to Android and iOS for on-the-go checks.</a:t>
            </a:r>
            <a:endParaRPr lang="en-US" sz="1100" dirty="0"/>
          </a:p>
        </p:txBody>
      </p:sp>
      <p:sp>
        <p:nvSpPr>
          <p:cNvPr id="30" name="Shape 22"/>
          <p:cNvSpPr/>
          <p:nvPr/>
        </p:nvSpPr>
        <p:spPr>
          <a:xfrm>
            <a:off x="8156448" y="4069080"/>
            <a:ext cx="3483864" cy="2148840"/>
          </a:xfrm>
          <a:prstGeom prst="rect">
            <a:avLst/>
          </a:prstGeom>
          <a:solidFill>
            <a:srgbClr val="EEF3FC"/>
          </a:solidFill>
          <a:ln/>
        </p:spPr>
      </p:sp>
      <p:sp>
        <p:nvSpPr>
          <p:cNvPr id="31" name="Shape 23"/>
          <p:cNvSpPr/>
          <p:nvPr/>
        </p:nvSpPr>
        <p:spPr>
          <a:xfrm>
            <a:off x="8385048" y="4297680"/>
            <a:ext cx="502920" cy="502920"/>
          </a:xfrm>
          <a:prstGeom prst="ellipse">
            <a:avLst/>
          </a:prstGeom>
          <a:solidFill>
            <a:srgbClr val="1E2761"/>
          </a:solidFill>
          <a:ln/>
        </p:spPr>
      </p:sp>
      <p:pic>
        <p:nvPicPr>
          <p:cNvPr id="32" name="Image 6" descr="/home/claude/icons/zap_white.png"/>
          <p:cNvPicPr>
            <a:picLocks noChangeAspect="1"/>
          </p:cNvPicPr>
          <p:nvPr/>
        </p:nvPicPr>
        <p:blipFill>
          <a:blip r:embed="rId9"/>
          <a:stretch>
            <a:fillRect/>
          </a:stretch>
        </p:blipFill>
        <p:spPr>
          <a:xfrm>
            <a:off x="8515807" y="4428439"/>
            <a:ext cx="241402" cy="241402"/>
          </a:xfrm>
          <a:prstGeom prst="rect">
            <a:avLst/>
          </a:prstGeom>
        </p:spPr>
      </p:pic>
      <p:sp>
        <p:nvSpPr>
          <p:cNvPr id="33" name="Text 24"/>
          <p:cNvSpPr/>
          <p:nvPr/>
        </p:nvSpPr>
        <p:spPr>
          <a:xfrm>
            <a:off x="8385048" y="4937760"/>
            <a:ext cx="3026664" cy="502920"/>
          </a:xfrm>
          <a:prstGeom prst="rect">
            <a:avLst/>
          </a:prstGeom>
          <a:noFill/>
          <a:ln/>
        </p:spPr>
        <p:txBody>
          <a:bodyPr wrap="square" rtlCol="0" anchor="ctr"/>
          <a:lstStyle/>
          <a:p>
            <a:pPr marL="0" indent="0">
              <a:buNone/>
            </a:pPr>
            <a:r>
              <a:rPr lang="en-US" sz="1350" b="1" dirty="0">
                <a:solidFill>
                  <a:srgbClr val="1E2761"/>
                </a:solidFill>
                <a:latin typeface="Cambria" pitchFamily="34" charset="0"/>
                <a:ea typeface="Cambria" pitchFamily="34" charset="-122"/>
                <a:cs typeface="Cambria" pitchFamily="34" charset="-120"/>
              </a:rPr>
              <a:t>Explainable AI Enhancements</a:t>
            </a:r>
            <a:endParaRPr lang="en-US" sz="1350" dirty="0"/>
          </a:p>
        </p:txBody>
      </p:sp>
      <p:sp>
        <p:nvSpPr>
          <p:cNvPr id="34" name="Text 25"/>
          <p:cNvSpPr/>
          <p:nvPr/>
        </p:nvSpPr>
        <p:spPr>
          <a:xfrm>
            <a:off x="8385048" y="5422392"/>
            <a:ext cx="3026664" cy="731520"/>
          </a:xfrm>
          <a:prstGeom prst="rect">
            <a:avLst/>
          </a:prstGeom>
          <a:noFill/>
          <a:ln/>
        </p:spPr>
        <p:txBody>
          <a:bodyPr wrap="square" rtlCol="0" anchor="ctr"/>
          <a:lstStyle/>
          <a:p>
            <a:pPr marL="0" indent="0">
              <a:buNone/>
            </a:pPr>
            <a:r>
              <a:rPr lang="en-US" sz="1100" dirty="0">
                <a:solidFill>
                  <a:srgbClr val="36454F"/>
                </a:solidFill>
                <a:latin typeface="Calibri" pitchFamily="34" charset="0"/>
                <a:ea typeface="Calibri" pitchFamily="34" charset="-122"/>
                <a:cs typeface="Calibri" pitchFamily="34" charset="-120"/>
              </a:rPr>
              <a:t>Add SHAP/LIME-style explanations for full transparency.</a:t>
            </a:r>
            <a:endParaRPr lang="en-US" sz="1100" dirty="0"/>
          </a:p>
        </p:txBody>
      </p:sp>
      <p:sp>
        <p:nvSpPr>
          <p:cNvPr id="35" name="Text 26"/>
          <p:cNvSpPr/>
          <p:nvPr/>
        </p:nvSpPr>
        <p:spPr>
          <a:xfrm>
            <a:off x="457200" y="6519672"/>
            <a:ext cx="7315200" cy="274320"/>
          </a:xfrm>
          <a:prstGeom prst="rect">
            <a:avLst/>
          </a:prstGeom>
          <a:noFill/>
          <a:ln/>
        </p:spPr>
        <p:txBody>
          <a:bodyPr wrap="square" rtlCol="0" anchor="ctr"/>
          <a:lstStyle/>
          <a:p>
            <a:pPr marL="0" indent="0" algn="l">
              <a:buNone/>
            </a:pPr>
            <a:r>
              <a:rPr lang="en-US" sz="900" dirty="0">
                <a:solidFill>
                  <a:srgbClr val="8492A6"/>
                </a:solidFill>
                <a:latin typeface="Calibri" pitchFamily="34" charset="0"/>
                <a:ea typeface="Calibri" pitchFamily="34" charset="-122"/>
                <a:cs typeface="Calibri" pitchFamily="34" charset="-120"/>
              </a:rPr>
              <a:t>Fake Job Posting Detection Using Machine Learning</a:t>
            </a:r>
            <a:endParaRPr lang="en-US" sz="900" dirty="0"/>
          </a:p>
        </p:txBody>
      </p:sp>
      <p:sp>
        <p:nvSpPr>
          <p:cNvPr id="36" name="Text 27"/>
          <p:cNvSpPr/>
          <p:nvPr/>
        </p:nvSpPr>
        <p:spPr>
          <a:xfrm>
            <a:off x="11274552" y="6519672"/>
            <a:ext cx="457200" cy="274320"/>
          </a:xfrm>
          <a:prstGeom prst="rect">
            <a:avLst/>
          </a:prstGeom>
          <a:noFill/>
          <a:ln/>
        </p:spPr>
        <p:txBody>
          <a:bodyPr wrap="square" rtlCol="0" anchor="ctr"/>
          <a:lstStyle/>
          <a:p>
            <a:pPr marL="0" indent="0" algn="r">
              <a:buNone/>
            </a:pPr>
            <a:r>
              <a:rPr lang="en-US" sz="900" dirty="0">
                <a:solidFill>
                  <a:srgbClr val="8492A6"/>
                </a:solidFill>
                <a:latin typeface="Calibri" pitchFamily="34" charset="0"/>
                <a:ea typeface="Calibri" pitchFamily="34" charset="-122"/>
                <a:cs typeface="Calibri" pitchFamily="34" charset="-120"/>
              </a:rPr>
              <a:t>12</a:t>
            </a:r>
            <a:endParaRPr lang="en-US" sz="9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548640" y="457200"/>
            <a:ext cx="502920" cy="502920"/>
          </a:xfrm>
          <a:prstGeom prst="ellipse">
            <a:avLst/>
          </a:prstGeom>
          <a:solidFill>
            <a:srgbClr val="1E2761"/>
          </a:solidFill>
          <a:ln/>
        </p:spPr>
      </p:sp>
      <p:pic>
        <p:nvPicPr>
          <p:cNvPr id="3" name="Image 0" descr="/home/claude/icons/award_white.png"/>
          <p:cNvPicPr>
            <a:picLocks noChangeAspect="1"/>
          </p:cNvPicPr>
          <p:nvPr/>
        </p:nvPicPr>
        <p:blipFill>
          <a:blip r:embed="rId3"/>
          <a:stretch>
            <a:fillRect/>
          </a:stretch>
        </p:blipFill>
        <p:spPr>
          <a:xfrm>
            <a:off x="679399" y="587959"/>
            <a:ext cx="241402" cy="241402"/>
          </a:xfrm>
          <a:prstGeom prst="rect">
            <a:avLst/>
          </a:prstGeom>
        </p:spPr>
      </p:pic>
      <p:sp>
        <p:nvSpPr>
          <p:cNvPr id="4" name="Text 1"/>
          <p:cNvSpPr/>
          <p:nvPr/>
        </p:nvSpPr>
        <p:spPr>
          <a:xfrm>
            <a:off x="1234440" y="402336"/>
            <a:ext cx="8229600" cy="612648"/>
          </a:xfrm>
          <a:prstGeom prst="rect">
            <a:avLst/>
          </a:prstGeom>
          <a:noFill/>
          <a:ln/>
        </p:spPr>
        <p:txBody>
          <a:bodyPr wrap="square" rtlCol="0" anchor="ctr"/>
          <a:lstStyle/>
          <a:p>
            <a:pPr marL="0" indent="0">
              <a:buNone/>
            </a:pPr>
            <a:r>
              <a:rPr lang="en-US" sz="2600" b="1" dirty="0">
                <a:solidFill>
                  <a:srgbClr val="1E2761"/>
                </a:solidFill>
                <a:latin typeface="Cambria" pitchFamily="34" charset="0"/>
                <a:ea typeface="Cambria" pitchFamily="34" charset="-122"/>
                <a:cs typeface="Cambria" pitchFamily="34" charset="-120"/>
              </a:rPr>
              <a:t>Conclusion</a:t>
            </a:r>
            <a:endParaRPr lang="en-US" sz="2600" dirty="0"/>
          </a:p>
        </p:txBody>
      </p:sp>
      <p:sp>
        <p:nvSpPr>
          <p:cNvPr id="5" name="Shape 2"/>
          <p:cNvSpPr/>
          <p:nvPr/>
        </p:nvSpPr>
        <p:spPr>
          <a:xfrm>
            <a:off x="548640" y="1554480"/>
            <a:ext cx="5385816" cy="2103120"/>
          </a:xfrm>
          <a:prstGeom prst="rect">
            <a:avLst/>
          </a:prstGeom>
          <a:solidFill>
            <a:srgbClr val="EEF3FC"/>
          </a:solidFill>
          <a:ln/>
        </p:spPr>
      </p:sp>
      <p:sp>
        <p:nvSpPr>
          <p:cNvPr id="6" name="Shape 3"/>
          <p:cNvSpPr/>
          <p:nvPr/>
        </p:nvSpPr>
        <p:spPr>
          <a:xfrm>
            <a:off x="822960" y="1828800"/>
            <a:ext cx="548640" cy="548640"/>
          </a:xfrm>
          <a:prstGeom prst="ellipse">
            <a:avLst/>
          </a:prstGeom>
          <a:solidFill>
            <a:srgbClr val="1E2761"/>
          </a:solidFill>
          <a:ln/>
        </p:spPr>
      </p:sp>
      <p:pic>
        <p:nvPicPr>
          <p:cNvPr id="7" name="Image 1" descr="/home/claude/icons/checkcircle_white.png"/>
          <p:cNvPicPr>
            <a:picLocks noChangeAspect="1"/>
          </p:cNvPicPr>
          <p:nvPr/>
        </p:nvPicPr>
        <p:blipFill>
          <a:blip r:embed="rId4"/>
          <a:stretch>
            <a:fillRect/>
          </a:stretch>
        </p:blipFill>
        <p:spPr>
          <a:xfrm>
            <a:off x="965606" y="1971446"/>
            <a:ext cx="263347" cy="263347"/>
          </a:xfrm>
          <a:prstGeom prst="rect">
            <a:avLst/>
          </a:prstGeom>
        </p:spPr>
      </p:pic>
      <p:sp>
        <p:nvSpPr>
          <p:cNvPr id="8" name="Text 4"/>
          <p:cNvSpPr/>
          <p:nvPr/>
        </p:nvSpPr>
        <p:spPr>
          <a:xfrm>
            <a:off x="1554480" y="1783080"/>
            <a:ext cx="4151376" cy="640080"/>
          </a:xfrm>
          <a:prstGeom prst="rect">
            <a:avLst/>
          </a:prstGeom>
          <a:noFill/>
          <a:ln/>
        </p:spPr>
        <p:txBody>
          <a:bodyPr wrap="square" rtlCol="0" anchor="ctr"/>
          <a:lstStyle/>
          <a:p>
            <a:pPr marL="0" indent="0">
              <a:buNone/>
            </a:pPr>
            <a:r>
              <a:rPr lang="en-US" sz="1550" b="1" dirty="0">
                <a:solidFill>
                  <a:srgbClr val="1E2761"/>
                </a:solidFill>
                <a:latin typeface="Cambria" pitchFamily="34" charset="0"/>
                <a:ea typeface="Cambria" pitchFamily="34" charset="-122"/>
                <a:cs typeface="Cambria" pitchFamily="34" charset="-120"/>
              </a:rPr>
              <a:t>Project Achievements</a:t>
            </a:r>
            <a:endParaRPr lang="en-US" sz="1550" dirty="0"/>
          </a:p>
        </p:txBody>
      </p:sp>
      <p:sp>
        <p:nvSpPr>
          <p:cNvPr id="9" name="Text 5"/>
          <p:cNvSpPr/>
          <p:nvPr/>
        </p:nvSpPr>
        <p:spPr>
          <a:xfrm>
            <a:off x="822960" y="2514600"/>
            <a:ext cx="4837176" cy="1005840"/>
          </a:xfrm>
          <a:prstGeom prst="rect">
            <a:avLst/>
          </a:prstGeom>
          <a:noFill/>
          <a:ln/>
        </p:spPr>
        <p:txBody>
          <a:bodyPr wrap="square" rtlCol="0" anchor="ctr"/>
          <a:lstStyle/>
          <a:p>
            <a:pPr marL="0" indent="0">
              <a:buNone/>
            </a:pPr>
            <a:r>
              <a:rPr lang="en-US" sz="1250" dirty="0">
                <a:solidFill>
                  <a:srgbClr val="36454F"/>
                </a:solidFill>
                <a:latin typeface="Calibri" pitchFamily="34" charset="0"/>
                <a:ea typeface="Calibri" pitchFamily="34" charset="-122"/>
                <a:cs typeface="Calibri" pitchFamily="34" charset="-120"/>
              </a:rPr>
              <a:t>Built an end-to-end ML/NLP pipeline that classifies job postings with strong accuracy and deployed it as a working web app.</a:t>
            </a:r>
            <a:endParaRPr lang="en-US" sz="1250" dirty="0"/>
          </a:p>
        </p:txBody>
      </p:sp>
      <p:sp>
        <p:nvSpPr>
          <p:cNvPr id="10" name="Shape 6"/>
          <p:cNvSpPr/>
          <p:nvPr/>
        </p:nvSpPr>
        <p:spPr>
          <a:xfrm>
            <a:off x="6254496" y="1554480"/>
            <a:ext cx="5385816" cy="2103120"/>
          </a:xfrm>
          <a:prstGeom prst="rect">
            <a:avLst/>
          </a:prstGeom>
          <a:solidFill>
            <a:srgbClr val="EEF3FC"/>
          </a:solidFill>
          <a:ln/>
        </p:spPr>
      </p:sp>
      <p:sp>
        <p:nvSpPr>
          <p:cNvPr id="11" name="Shape 7"/>
          <p:cNvSpPr/>
          <p:nvPr/>
        </p:nvSpPr>
        <p:spPr>
          <a:xfrm>
            <a:off x="6528816" y="1828800"/>
            <a:ext cx="548640" cy="548640"/>
          </a:xfrm>
          <a:prstGeom prst="ellipse">
            <a:avLst/>
          </a:prstGeom>
          <a:solidFill>
            <a:srgbClr val="1E2761"/>
          </a:solidFill>
          <a:ln/>
        </p:spPr>
      </p:sp>
      <p:pic>
        <p:nvPicPr>
          <p:cNvPr id="12" name="Image 2" descr="/home/claude/icons/layers_white.png"/>
          <p:cNvPicPr>
            <a:picLocks noChangeAspect="1"/>
          </p:cNvPicPr>
          <p:nvPr/>
        </p:nvPicPr>
        <p:blipFill>
          <a:blip r:embed="rId5"/>
          <a:stretch>
            <a:fillRect/>
          </a:stretch>
        </p:blipFill>
        <p:spPr>
          <a:xfrm>
            <a:off x="6671462" y="1971446"/>
            <a:ext cx="263347" cy="263347"/>
          </a:xfrm>
          <a:prstGeom prst="rect">
            <a:avLst/>
          </a:prstGeom>
        </p:spPr>
      </p:pic>
      <p:sp>
        <p:nvSpPr>
          <p:cNvPr id="13" name="Text 8"/>
          <p:cNvSpPr/>
          <p:nvPr/>
        </p:nvSpPr>
        <p:spPr>
          <a:xfrm>
            <a:off x="7260336" y="1783080"/>
            <a:ext cx="4151376" cy="640080"/>
          </a:xfrm>
          <a:prstGeom prst="rect">
            <a:avLst/>
          </a:prstGeom>
          <a:noFill/>
          <a:ln/>
        </p:spPr>
        <p:txBody>
          <a:bodyPr wrap="square" rtlCol="0" anchor="ctr"/>
          <a:lstStyle/>
          <a:p>
            <a:pPr marL="0" indent="0">
              <a:buNone/>
            </a:pPr>
            <a:r>
              <a:rPr lang="en-US" sz="1550" b="1" dirty="0">
                <a:solidFill>
                  <a:srgbClr val="1E2761"/>
                </a:solidFill>
                <a:latin typeface="Cambria" pitchFamily="34" charset="0"/>
                <a:ea typeface="Cambria" pitchFamily="34" charset="-122"/>
                <a:cs typeface="Cambria" pitchFamily="34" charset="-120"/>
              </a:rPr>
              <a:t>Learning Outcomes</a:t>
            </a:r>
            <a:endParaRPr lang="en-US" sz="1550" dirty="0"/>
          </a:p>
        </p:txBody>
      </p:sp>
      <p:sp>
        <p:nvSpPr>
          <p:cNvPr id="14" name="Text 9"/>
          <p:cNvSpPr/>
          <p:nvPr/>
        </p:nvSpPr>
        <p:spPr>
          <a:xfrm>
            <a:off x="6528816" y="2514600"/>
            <a:ext cx="4837176" cy="1005840"/>
          </a:xfrm>
          <a:prstGeom prst="rect">
            <a:avLst/>
          </a:prstGeom>
          <a:noFill/>
          <a:ln/>
        </p:spPr>
        <p:txBody>
          <a:bodyPr wrap="square" rtlCol="0" anchor="ctr"/>
          <a:lstStyle/>
          <a:p>
            <a:pPr marL="0" indent="0">
              <a:buNone/>
            </a:pPr>
            <a:r>
              <a:rPr lang="en-US" sz="1250" dirty="0">
                <a:solidFill>
                  <a:srgbClr val="36454F"/>
                </a:solidFill>
                <a:latin typeface="Calibri" pitchFamily="34" charset="0"/>
                <a:ea typeface="Calibri" pitchFamily="34" charset="-122"/>
                <a:cs typeface="Calibri" pitchFamily="34" charset="-120"/>
              </a:rPr>
              <a:t>Hands-on experience with text preprocessing, TF-IDF, model comparison, and full-stack ML deployment with Streamlit.</a:t>
            </a:r>
            <a:endParaRPr lang="en-US" sz="1250" dirty="0"/>
          </a:p>
        </p:txBody>
      </p:sp>
      <p:sp>
        <p:nvSpPr>
          <p:cNvPr id="15" name="Shape 10"/>
          <p:cNvSpPr/>
          <p:nvPr/>
        </p:nvSpPr>
        <p:spPr>
          <a:xfrm>
            <a:off x="548640" y="3931920"/>
            <a:ext cx="5385816" cy="2103120"/>
          </a:xfrm>
          <a:prstGeom prst="rect">
            <a:avLst/>
          </a:prstGeom>
          <a:solidFill>
            <a:srgbClr val="EEF3FC"/>
          </a:solidFill>
          <a:ln/>
        </p:spPr>
      </p:sp>
      <p:sp>
        <p:nvSpPr>
          <p:cNvPr id="16" name="Shape 11"/>
          <p:cNvSpPr/>
          <p:nvPr/>
        </p:nvSpPr>
        <p:spPr>
          <a:xfrm>
            <a:off x="822960" y="4206240"/>
            <a:ext cx="548640" cy="548640"/>
          </a:xfrm>
          <a:prstGeom prst="ellipse">
            <a:avLst/>
          </a:prstGeom>
          <a:solidFill>
            <a:srgbClr val="1E2761"/>
          </a:solidFill>
          <a:ln/>
        </p:spPr>
      </p:sp>
      <p:pic>
        <p:nvPicPr>
          <p:cNvPr id="17" name="Image 3" descr="/home/claude/icons/shield_white.png"/>
          <p:cNvPicPr>
            <a:picLocks noChangeAspect="1"/>
          </p:cNvPicPr>
          <p:nvPr/>
        </p:nvPicPr>
        <p:blipFill>
          <a:blip r:embed="rId6"/>
          <a:stretch>
            <a:fillRect/>
          </a:stretch>
        </p:blipFill>
        <p:spPr>
          <a:xfrm>
            <a:off x="965606" y="4348886"/>
            <a:ext cx="263347" cy="263347"/>
          </a:xfrm>
          <a:prstGeom prst="rect">
            <a:avLst/>
          </a:prstGeom>
        </p:spPr>
      </p:pic>
      <p:sp>
        <p:nvSpPr>
          <p:cNvPr id="18" name="Text 12"/>
          <p:cNvSpPr/>
          <p:nvPr/>
        </p:nvSpPr>
        <p:spPr>
          <a:xfrm>
            <a:off x="1554480" y="4160520"/>
            <a:ext cx="4151376" cy="640080"/>
          </a:xfrm>
          <a:prstGeom prst="rect">
            <a:avLst/>
          </a:prstGeom>
          <a:noFill/>
          <a:ln/>
        </p:spPr>
        <p:txBody>
          <a:bodyPr wrap="square" rtlCol="0" anchor="ctr"/>
          <a:lstStyle/>
          <a:p>
            <a:pPr marL="0" indent="0">
              <a:buNone/>
            </a:pPr>
            <a:r>
              <a:rPr lang="en-US" sz="1550" b="1" dirty="0">
                <a:solidFill>
                  <a:srgbClr val="1E2761"/>
                </a:solidFill>
                <a:latin typeface="Cambria" pitchFamily="34" charset="0"/>
                <a:ea typeface="Cambria" pitchFamily="34" charset="-122"/>
                <a:cs typeface="Cambria" pitchFamily="34" charset="-120"/>
              </a:rPr>
              <a:t>Business Impact</a:t>
            </a:r>
            <a:endParaRPr lang="en-US" sz="1550" dirty="0"/>
          </a:p>
        </p:txBody>
      </p:sp>
      <p:sp>
        <p:nvSpPr>
          <p:cNvPr id="19" name="Text 13"/>
          <p:cNvSpPr/>
          <p:nvPr/>
        </p:nvSpPr>
        <p:spPr>
          <a:xfrm>
            <a:off x="822960" y="4892040"/>
            <a:ext cx="4837176" cy="1005840"/>
          </a:xfrm>
          <a:prstGeom prst="rect">
            <a:avLst/>
          </a:prstGeom>
          <a:noFill/>
          <a:ln/>
        </p:spPr>
        <p:txBody>
          <a:bodyPr wrap="square" rtlCol="0" anchor="ctr"/>
          <a:lstStyle/>
          <a:p>
            <a:pPr marL="0" indent="0">
              <a:buNone/>
            </a:pPr>
            <a:r>
              <a:rPr lang="en-US" sz="1250" dirty="0">
                <a:solidFill>
                  <a:srgbClr val="36454F"/>
                </a:solidFill>
                <a:latin typeface="Calibri" pitchFamily="34" charset="0"/>
                <a:ea typeface="Calibri" pitchFamily="34" charset="-122"/>
                <a:cs typeface="Calibri" pitchFamily="34" charset="-120"/>
              </a:rPr>
              <a:t>Reduces exposure of job seekers to recruitment fraud and strengthens trust in job portals.</a:t>
            </a:r>
            <a:endParaRPr lang="en-US" sz="1250" dirty="0"/>
          </a:p>
        </p:txBody>
      </p:sp>
      <p:sp>
        <p:nvSpPr>
          <p:cNvPr id="20" name="Shape 14"/>
          <p:cNvSpPr/>
          <p:nvPr/>
        </p:nvSpPr>
        <p:spPr>
          <a:xfrm>
            <a:off x="6254496" y="3931920"/>
            <a:ext cx="5385816" cy="2103120"/>
          </a:xfrm>
          <a:prstGeom prst="rect">
            <a:avLst/>
          </a:prstGeom>
          <a:solidFill>
            <a:srgbClr val="EEF3FC"/>
          </a:solidFill>
          <a:ln/>
        </p:spPr>
      </p:sp>
      <p:sp>
        <p:nvSpPr>
          <p:cNvPr id="21" name="Shape 15"/>
          <p:cNvSpPr/>
          <p:nvPr/>
        </p:nvSpPr>
        <p:spPr>
          <a:xfrm>
            <a:off x="6528816" y="4206240"/>
            <a:ext cx="548640" cy="548640"/>
          </a:xfrm>
          <a:prstGeom prst="ellipse">
            <a:avLst/>
          </a:prstGeom>
          <a:solidFill>
            <a:srgbClr val="1E2761"/>
          </a:solidFill>
          <a:ln/>
        </p:spPr>
      </p:sp>
      <p:pic>
        <p:nvPicPr>
          <p:cNvPr id="22" name="Image 4" descr="/home/claude/icons/users_white.png"/>
          <p:cNvPicPr>
            <a:picLocks noChangeAspect="1"/>
          </p:cNvPicPr>
          <p:nvPr/>
        </p:nvPicPr>
        <p:blipFill>
          <a:blip r:embed="rId7"/>
          <a:stretch>
            <a:fillRect/>
          </a:stretch>
        </p:blipFill>
        <p:spPr>
          <a:xfrm>
            <a:off x="6671462" y="4348886"/>
            <a:ext cx="263347" cy="263347"/>
          </a:xfrm>
          <a:prstGeom prst="rect">
            <a:avLst/>
          </a:prstGeom>
        </p:spPr>
      </p:pic>
      <p:sp>
        <p:nvSpPr>
          <p:cNvPr id="23" name="Text 16"/>
          <p:cNvSpPr/>
          <p:nvPr/>
        </p:nvSpPr>
        <p:spPr>
          <a:xfrm>
            <a:off x="7260336" y="4160520"/>
            <a:ext cx="4151376" cy="640080"/>
          </a:xfrm>
          <a:prstGeom prst="rect">
            <a:avLst/>
          </a:prstGeom>
          <a:noFill/>
          <a:ln/>
        </p:spPr>
        <p:txBody>
          <a:bodyPr wrap="square" rtlCol="0" anchor="ctr"/>
          <a:lstStyle/>
          <a:p>
            <a:pPr marL="0" indent="0">
              <a:buNone/>
            </a:pPr>
            <a:r>
              <a:rPr lang="en-US" sz="1550" b="1" dirty="0">
                <a:solidFill>
                  <a:srgbClr val="1E2761"/>
                </a:solidFill>
                <a:latin typeface="Cambria" pitchFamily="34" charset="0"/>
                <a:ea typeface="Cambria" pitchFamily="34" charset="-122"/>
                <a:cs typeface="Cambria" pitchFamily="34" charset="-120"/>
              </a:rPr>
              <a:t>Real-World Applications</a:t>
            </a:r>
            <a:endParaRPr lang="en-US" sz="1550" dirty="0"/>
          </a:p>
        </p:txBody>
      </p:sp>
      <p:sp>
        <p:nvSpPr>
          <p:cNvPr id="24" name="Text 17"/>
          <p:cNvSpPr/>
          <p:nvPr/>
        </p:nvSpPr>
        <p:spPr>
          <a:xfrm>
            <a:off x="6528816" y="4892040"/>
            <a:ext cx="4837176" cy="1005840"/>
          </a:xfrm>
          <a:prstGeom prst="rect">
            <a:avLst/>
          </a:prstGeom>
          <a:noFill/>
          <a:ln/>
        </p:spPr>
        <p:txBody>
          <a:bodyPr wrap="square" rtlCol="0" anchor="ctr"/>
          <a:lstStyle/>
          <a:p>
            <a:pPr marL="0" indent="0">
              <a:buNone/>
            </a:pPr>
            <a:r>
              <a:rPr lang="en-US" sz="1250" dirty="0">
                <a:solidFill>
                  <a:srgbClr val="36454F"/>
                </a:solidFill>
                <a:latin typeface="Calibri" pitchFamily="34" charset="0"/>
                <a:ea typeface="Calibri" pitchFamily="34" charset="-122"/>
                <a:cs typeface="Calibri" pitchFamily="34" charset="-120"/>
              </a:rPr>
              <a:t>Adaptable to job boards, HR platforms, and recruitment agencies for automated fraud screening.</a:t>
            </a:r>
            <a:endParaRPr lang="en-US" sz="1250" dirty="0"/>
          </a:p>
        </p:txBody>
      </p:sp>
      <p:sp>
        <p:nvSpPr>
          <p:cNvPr id="25" name="Text 18"/>
          <p:cNvSpPr/>
          <p:nvPr/>
        </p:nvSpPr>
        <p:spPr>
          <a:xfrm>
            <a:off x="457200" y="6519672"/>
            <a:ext cx="7315200" cy="274320"/>
          </a:xfrm>
          <a:prstGeom prst="rect">
            <a:avLst/>
          </a:prstGeom>
          <a:noFill/>
          <a:ln/>
        </p:spPr>
        <p:txBody>
          <a:bodyPr wrap="square" rtlCol="0" anchor="ctr"/>
          <a:lstStyle/>
          <a:p>
            <a:pPr marL="0" indent="0" algn="l">
              <a:buNone/>
            </a:pPr>
            <a:r>
              <a:rPr lang="en-US" sz="900" dirty="0">
                <a:solidFill>
                  <a:srgbClr val="8492A6"/>
                </a:solidFill>
                <a:latin typeface="Calibri" pitchFamily="34" charset="0"/>
                <a:ea typeface="Calibri" pitchFamily="34" charset="-122"/>
                <a:cs typeface="Calibri" pitchFamily="34" charset="-120"/>
              </a:rPr>
              <a:t>Fake Job Posting Detection Using Machine Learning</a:t>
            </a:r>
            <a:endParaRPr lang="en-US" sz="900" dirty="0"/>
          </a:p>
        </p:txBody>
      </p:sp>
      <p:sp>
        <p:nvSpPr>
          <p:cNvPr id="26" name="Text 19"/>
          <p:cNvSpPr/>
          <p:nvPr/>
        </p:nvSpPr>
        <p:spPr>
          <a:xfrm>
            <a:off x="11274552" y="6519672"/>
            <a:ext cx="457200" cy="274320"/>
          </a:xfrm>
          <a:prstGeom prst="rect">
            <a:avLst/>
          </a:prstGeom>
          <a:noFill/>
          <a:ln/>
        </p:spPr>
        <p:txBody>
          <a:bodyPr wrap="square" rtlCol="0" anchor="ctr"/>
          <a:lstStyle/>
          <a:p>
            <a:pPr marL="0" indent="0" algn="r">
              <a:buNone/>
            </a:pPr>
            <a:r>
              <a:rPr lang="en-US" sz="900" dirty="0">
                <a:solidFill>
                  <a:srgbClr val="8492A6"/>
                </a:solidFill>
                <a:latin typeface="Calibri" pitchFamily="34" charset="0"/>
                <a:ea typeface="Calibri" pitchFamily="34" charset="-122"/>
                <a:cs typeface="Calibri" pitchFamily="34" charset="-120"/>
              </a:rPr>
              <a:t>13</a:t>
            </a:r>
            <a:endParaRPr lang="en-US" sz="9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4">
    <p:bg>
      <p:bgPr>
        <a:solidFill>
          <a:srgbClr val="1E2761"/>
        </a:solidFill>
        <a:effectLst/>
      </p:bgPr>
    </p:bg>
    <p:spTree>
      <p:nvGrpSpPr>
        <p:cNvPr id="1" name=""/>
        <p:cNvGrpSpPr/>
        <p:nvPr/>
      </p:nvGrpSpPr>
      <p:grpSpPr>
        <a:xfrm>
          <a:off x="0" y="0"/>
          <a:ext cx="0" cy="0"/>
          <a:chOff x="0" y="0"/>
          <a:chExt cx="0" cy="0"/>
        </a:xfrm>
      </p:grpSpPr>
      <p:sp>
        <p:nvSpPr>
          <p:cNvPr id="2" name="Shape 0"/>
          <p:cNvSpPr/>
          <p:nvPr/>
        </p:nvSpPr>
        <p:spPr>
          <a:xfrm>
            <a:off x="-1645920" y="-1645920"/>
            <a:ext cx="4114800" cy="4114800"/>
          </a:xfrm>
          <a:prstGeom prst="ellipse">
            <a:avLst/>
          </a:prstGeom>
          <a:solidFill>
            <a:srgbClr val="161C4A"/>
          </a:solidFill>
          <a:ln/>
        </p:spPr>
      </p:sp>
      <p:sp>
        <p:nvSpPr>
          <p:cNvPr id="3" name="Shape 1"/>
          <p:cNvSpPr/>
          <p:nvPr/>
        </p:nvSpPr>
        <p:spPr>
          <a:xfrm>
            <a:off x="9875520" y="4206240"/>
            <a:ext cx="4389120" cy="4389120"/>
          </a:xfrm>
          <a:prstGeom prst="ellipse">
            <a:avLst/>
          </a:prstGeom>
          <a:solidFill>
            <a:srgbClr val="161C4A"/>
          </a:solidFill>
          <a:ln/>
        </p:spPr>
      </p:sp>
      <p:sp>
        <p:nvSpPr>
          <p:cNvPr id="4" name="Shape 2"/>
          <p:cNvSpPr/>
          <p:nvPr/>
        </p:nvSpPr>
        <p:spPr>
          <a:xfrm>
            <a:off x="5362956" y="1737360"/>
            <a:ext cx="1463040" cy="1463040"/>
          </a:xfrm>
          <a:prstGeom prst="ellipse">
            <a:avLst/>
          </a:prstGeom>
          <a:solidFill>
            <a:srgbClr val="CADCFC"/>
          </a:solidFill>
          <a:ln/>
        </p:spPr>
      </p:sp>
      <p:pic>
        <p:nvPicPr>
          <p:cNvPr id="5" name="Image 0" descr="/home/claude/icons/helpcircle_navy.png"/>
          <p:cNvPicPr>
            <a:picLocks noChangeAspect="1"/>
          </p:cNvPicPr>
          <p:nvPr/>
        </p:nvPicPr>
        <p:blipFill>
          <a:blip r:embed="rId3"/>
          <a:stretch>
            <a:fillRect/>
          </a:stretch>
        </p:blipFill>
        <p:spPr>
          <a:xfrm>
            <a:off x="5743346" y="2117750"/>
            <a:ext cx="702259" cy="702259"/>
          </a:xfrm>
          <a:prstGeom prst="rect">
            <a:avLst/>
          </a:prstGeom>
        </p:spPr>
      </p:pic>
      <p:sp>
        <p:nvSpPr>
          <p:cNvPr id="6" name="Text 3"/>
          <p:cNvSpPr/>
          <p:nvPr/>
        </p:nvSpPr>
        <p:spPr>
          <a:xfrm>
            <a:off x="731520" y="3474720"/>
            <a:ext cx="10725912" cy="822960"/>
          </a:xfrm>
          <a:prstGeom prst="rect">
            <a:avLst/>
          </a:prstGeom>
          <a:noFill/>
          <a:ln/>
        </p:spPr>
        <p:txBody>
          <a:bodyPr wrap="square" rtlCol="0" anchor="ctr"/>
          <a:lstStyle/>
          <a:p>
            <a:pPr marL="0" indent="0" algn="ctr">
              <a:buNone/>
            </a:pPr>
            <a:r>
              <a:rPr lang="en-US" sz="4000" b="1" dirty="0">
                <a:solidFill>
                  <a:srgbClr val="FFFFFF"/>
                </a:solidFill>
                <a:latin typeface="Cambria" pitchFamily="34" charset="0"/>
                <a:ea typeface="Cambria" pitchFamily="34" charset="-122"/>
                <a:cs typeface="Cambria" pitchFamily="34" charset="-120"/>
              </a:rPr>
              <a:t>Thank You</a:t>
            </a:r>
            <a:endParaRPr lang="en-US" sz="4000" dirty="0"/>
          </a:p>
        </p:txBody>
      </p:sp>
      <p:sp>
        <p:nvSpPr>
          <p:cNvPr id="7" name="Text 4"/>
          <p:cNvSpPr/>
          <p:nvPr/>
        </p:nvSpPr>
        <p:spPr>
          <a:xfrm>
            <a:off x="731520" y="4251960"/>
            <a:ext cx="10725912" cy="457200"/>
          </a:xfrm>
          <a:prstGeom prst="rect">
            <a:avLst/>
          </a:prstGeom>
          <a:noFill/>
          <a:ln/>
        </p:spPr>
        <p:txBody>
          <a:bodyPr wrap="square" rtlCol="0" anchor="ctr"/>
          <a:lstStyle/>
          <a:p>
            <a:pPr marL="0" indent="0" algn="ctr">
              <a:buNone/>
            </a:pPr>
            <a:endParaRPr lang="en-US" sz="1800" dirty="0"/>
          </a:p>
        </p:txBody>
      </p:sp>
      <p:sp>
        <p:nvSpPr>
          <p:cNvPr id="8" name="Text 5"/>
          <p:cNvSpPr/>
          <p:nvPr/>
        </p:nvSpPr>
        <p:spPr>
          <a:xfrm>
            <a:off x="457200" y="6519672"/>
            <a:ext cx="7315200" cy="274320"/>
          </a:xfrm>
          <a:prstGeom prst="rect">
            <a:avLst/>
          </a:prstGeom>
          <a:noFill/>
          <a:ln/>
        </p:spPr>
        <p:txBody>
          <a:bodyPr wrap="square" rtlCol="0" anchor="ctr"/>
          <a:lstStyle/>
          <a:p>
            <a:pPr marL="0" indent="0" algn="l">
              <a:buNone/>
            </a:pPr>
            <a:r>
              <a:rPr lang="en-US" sz="900" dirty="0">
                <a:solidFill>
                  <a:srgbClr val="8FA0C7"/>
                </a:solidFill>
                <a:latin typeface="Calibri" pitchFamily="34" charset="0"/>
                <a:ea typeface="Calibri" pitchFamily="34" charset="-122"/>
                <a:cs typeface="Calibri" pitchFamily="34" charset="-120"/>
              </a:rPr>
              <a:t>Fake Job Posting Detection Using Machine Learning</a:t>
            </a:r>
            <a:endParaRPr lang="en-US" sz="900" dirty="0"/>
          </a:p>
        </p:txBody>
      </p:sp>
      <p:sp>
        <p:nvSpPr>
          <p:cNvPr id="9" name="Text 6"/>
          <p:cNvSpPr/>
          <p:nvPr/>
        </p:nvSpPr>
        <p:spPr>
          <a:xfrm>
            <a:off x="11274552" y="6519672"/>
            <a:ext cx="457200" cy="274320"/>
          </a:xfrm>
          <a:prstGeom prst="rect">
            <a:avLst/>
          </a:prstGeom>
          <a:noFill/>
          <a:ln/>
        </p:spPr>
        <p:txBody>
          <a:bodyPr wrap="square" rtlCol="0" anchor="ctr"/>
          <a:lstStyle/>
          <a:p>
            <a:pPr marL="0" indent="0" algn="r">
              <a:buNone/>
            </a:pPr>
            <a:r>
              <a:rPr lang="en-US" sz="900" dirty="0">
                <a:solidFill>
                  <a:srgbClr val="8FA0C7"/>
                </a:solidFill>
                <a:latin typeface="Calibri" pitchFamily="34" charset="0"/>
                <a:ea typeface="Calibri" pitchFamily="34" charset="-122"/>
                <a:cs typeface="Calibri" pitchFamily="34" charset="-120"/>
              </a:rPr>
              <a:t>14</a:t>
            </a:r>
            <a:endParaRPr lang="en-US" sz="9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219</TotalTime>
  <Words>1922</Words>
  <Application>Microsoft Office PowerPoint</Application>
  <PresentationFormat>Widescreen</PresentationFormat>
  <Paragraphs>297</Paragraphs>
  <Slides>18</Slides>
  <Notes>18</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18</vt:i4>
      </vt:variant>
    </vt:vector>
  </HeadingPairs>
  <TitlesOfParts>
    <vt:vector size="23" baseType="lpstr">
      <vt:lpstr>Arial</vt:lpstr>
      <vt:lpstr>Calibri</vt:lpstr>
      <vt:lpstr>Cambria</vt:lpstr>
      <vt:lpstr>Cascadia Code SemiBold</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Anjali Pandey</cp:lastModifiedBy>
  <cp:revision>1</cp:revision>
  <dcterms:created xsi:type="dcterms:W3CDTF">2026-07-23T06:26:51Z</dcterms:created>
  <dcterms:modified xsi:type="dcterms:W3CDTF">2026-07-23T14:10:59Z</dcterms:modified>
</cp:coreProperties>
</file>